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57" r:id="rId2"/>
  </p:sldIdLst>
  <p:sldSz cx="49377600" cy="32918400"/>
  <p:notesSz cx="9239250" cy="11982450"/>
  <p:defaultTextStyle>
    <a:defPPr>
      <a:defRPr lang="en-US"/>
    </a:defPPr>
    <a:lvl1pPr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5pPr>
    <a:lvl6pPr marL="22860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6pPr>
    <a:lvl7pPr marL="27432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7pPr>
    <a:lvl8pPr marL="32004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8pPr>
    <a:lvl9pPr marL="3657600" algn="l" defTabSz="914400" rtl="0" eaLnBrk="1" latinLnBrk="0" hangingPunct="1">
      <a:defRPr sz="2400" kern="1200">
        <a:solidFill>
          <a:schemeClr val="tx1"/>
        </a:solidFill>
        <a:effectLst>
          <a:outerShdw blurRad="38100" dist="38100" dir="2700000" algn="tl">
            <a:srgbClr val="000000">
              <a:alpha val="43137"/>
            </a:srgbClr>
          </a:outerShdw>
        </a:effectLst>
        <a:latin typeface="Times New Roman" pitchFamily="18" charset="0"/>
        <a:ea typeface="+mn-ea"/>
        <a:cs typeface="+mn-cs"/>
      </a:defRPr>
    </a:lvl9pPr>
  </p:defaultTextStyle>
  <p:extLst>
    <p:ext uri="{EFAFB233-063F-42B5-8137-9DF3F51BA10A}">
      <p15:sldGuideLst xmlns:p15="http://schemas.microsoft.com/office/powerpoint/2012/main">
        <p15:guide id="1" orient="horz" pos="11088">
          <p15:clr>
            <a:srgbClr val="A4A3A4"/>
          </p15:clr>
        </p15:guide>
        <p15:guide id="2" pos="15120">
          <p15:clr>
            <a:srgbClr val="A4A3A4"/>
          </p15:clr>
        </p15:guide>
      </p15:sldGuideLst>
    </p:ext>
    <p:ext uri="{2D200454-40CA-4A62-9FC3-DE9A4176ACB9}">
      <p15:notesGuideLst xmlns:p15="http://schemas.microsoft.com/office/powerpoint/2012/main">
        <p15:guide id="1" orient="horz" pos="3774">
          <p15:clr>
            <a:srgbClr val="A4A3A4"/>
          </p15:clr>
        </p15:guide>
        <p15:guide id="2" pos="29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8AF"/>
    <a:srgbClr val="FFF1CE"/>
    <a:srgbClr val="003F75"/>
    <a:srgbClr val="3399FF"/>
    <a:srgbClr val="A9A9BB"/>
    <a:srgbClr val="ABABB9"/>
    <a:srgbClr val="9E9EC6"/>
    <a:srgbClr val="9696D0"/>
    <a:srgbClr val="B5B5EF"/>
    <a:srgbClr val="ACAC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3654" autoAdjust="0"/>
  </p:normalViewPr>
  <p:slideViewPr>
    <p:cSldViewPr>
      <p:cViewPr varScale="1">
        <p:scale>
          <a:sx n="15" d="100"/>
          <a:sy n="15" d="100"/>
        </p:scale>
        <p:origin x="1422" y="120"/>
      </p:cViewPr>
      <p:guideLst>
        <p:guide orient="horz" pos="11088"/>
        <p:guide pos="1512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37" d="100"/>
          <a:sy n="37" d="100"/>
        </p:scale>
        <p:origin x="-1488" y="-84"/>
      </p:cViewPr>
      <p:guideLst>
        <p:guide orient="horz" pos="3774"/>
        <p:guide pos="29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4002088" cy="5984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4984" tIns="57492" rIns="114984" bIns="57492" numCol="1" anchor="t" anchorCtr="0" compatLnSpc="1">
            <a:prstTxWarp prst="textNoShape">
              <a:avLst/>
            </a:prstTxWarp>
          </a:bodyPr>
          <a:lstStyle>
            <a:lvl1pPr defTabSz="1149350">
              <a:defRPr sz="1500">
                <a:effectLst/>
              </a:defRPr>
            </a:lvl1pPr>
          </a:lstStyle>
          <a:p>
            <a:endParaRPr lang="en-US" altLang="zh-CN" dirty="0"/>
          </a:p>
        </p:txBody>
      </p:sp>
      <p:sp>
        <p:nvSpPr>
          <p:cNvPr id="6147" name="Rectangle 3"/>
          <p:cNvSpPr>
            <a:spLocks noGrp="1" noChangeArrowheads="1"/>
          </p:cNvSpPr>
          <p:nvPr>
            <p:ph type="dt" sz="quarter" idx="1"/>
          </p:nvPr>
        </p:nvSpPr>
        <p:spPr bwMode="auto">
          <a:xfrm>
            <a:off x="5235575" y="0"/>
            <a:ext cx="4002088" cy="5984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4984" tIns="57492" rIns="114984" bIns="57492" numCol="1" anchor="t" anchorCtr="0" compatLnSpc="1">
            <a:prstTxWarp prst="textNoShape">
              <a:avLst/>
            </a:prstTxWarp>
          </a:bodyPr>
          <a:lstStyle>
            <a:lvl1pPr algn="r" defTabSz="1149350">
              <a:defRPr sz="1500">
                <a:effectLst/>
              </a:defRPr>
            </a:lvl1pPr>
          </a:lstStyle>
          <a:p>
            <a:endParaRPr lang="en-US" altLang="zh-CN" dirty="0"/>
          </a:p>
        </p:txBody>
      </p:sp>
      <p:sp>
        <p:nvSpPr>
          <p:cNvPr id="6148" name="Rectangle 4"/>
          <p:cNvSpPr>
            <a:spLocks noGrp="1" noChangeArrowheads="1"/>
          </p:cNvSpPr>
          <p:nvPr>
            <p:ph type="ftr" sz="quarter" idx="2"/>
          </p:nvPr>
        </p:nvSpPr>
        <p:spPr bwMode="auto">
          <a:xfrm>
            <a:off x="0" y="11380788"/>
            <a:ext cx="4002088" cy="6000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4984" tIns="57492" rIns="114984" bIns="57492" numCol="1" anchor="b" anchorCtr="0" compatLnSpc="1">
            <a:prstTxWarp prst="textNoShape">
              <a:avLst/>
            </a:prstTxWarp>
          </a:bodyPr>
          <a:lstStyle>
            <a:lvl1pPr defTabSz="1149350">
              <a:defRPr sz="1500">
                <a:effectLst/>
              </a:defRPr>
            </a:lvl1pPr>
          </a:lstStyle>
          <a:p>
            <a:endParaRPr lang="en-US" altLang="zh-CN" dirty="0"/>
          </a:p>
        </p:txBody>
      </p:sp>
      <p:sp>
        <p:nvSpPr>
          <p:cNvPr id="6149" name="Rectangle 5"/>
          <p:cNvSpPr>
            <a:spLocks noGrp="1" noChangeArrowheads="1"/>
          </p:cNvSpPr>
          <p:nvPr>
            <p:ph type="sldNum" sz="quarter" idx="3"/>
          </p:nvPr>
        </p:nvSpPr>
        <p:spPr bwMode="auto">
          <a:xfrm>
            <a:off x="5235575" y="11380788"/>
            <a:ext cx="4002088" cy="6000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4984" tIns="57492" rIns="114984" bIns="57492" numCol="1" anchor="b" anchorCtr="0" compatLnSpc="1">
            <a:prstTxWarp prst="textNoShape">
              <a:avLst/>
            </a:prstTxWarp>
          </a:bodyPr>
          <a:lstStyle>
            <a:lvl1pPr algn="r" defTabSz="1149350">
              <a:defRPr sz="1500">
                <a:effectLst/>
              </a:defRPr>
            </a:lvl1pPr>
          </a:lstStyle>
          <a:p>
            <a:fld id="{88EDEA4F-E154-447A-AFBE-CF204260A4EC}" type="slidenum">
              <a:rPr lang="zh-CN" altLang="en-US"/>
              <a:pPr/>
              <a:t>‹#›</a:t>
            </a:fld>
            <a:endParaRPr lang="en-US" altLang="zh-CN" dirty="0"/>
          </a:p>
        </p:txBody>
      </p:sp>
    </p:spTree>
    <p:extLst>
      <p:ext uri="{BB962C8B-B14F-4D97-AF65-F5344CB8AC3E}">
        <p14:creationId xmlns:p14="http://schemas.microsoft.com/office/powerpoint/2010/main" val="23632228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3983038" cy="5921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4976" tIns="57487" rIns="114976" bIns="57487" numCol="1" anchor="t" anchorCtr="0" compatLnSpc="1">
            <a:prstTxWarp prst="textNoShape">
              <a:avLst/>
            </a:prstTxWarp>
          </a:bodyPr>
          <a:lstStyle>
            <a:lvl1pPr defTabSz="1149350">
              <a:defRPr sz="1500">
                <a:effectLst/>
              </a:defRPr>
            </a:lvl1pPr>
          </a:lstStyle>
          <a:p>
            <a:endParaRPr lang="en-US" altLang="zh-CN" dirty="0"/>
          </a:p>
        </p:txBody>
      </p:sp>
      <p:sp>
        <p:nvSpPr>
          <p:cNvPr id="4099" name="Rectangle 3"/>
          <p:cNvSpPr>
            <a:spLocks noGrp="1" noChangeArrowheads="1"/>
          </p:cNvSpPr>
          <p:nvPr>
            <p:ph type="dt" idx="1"/>
          </p:nvPr>
        </p:nvSpPr>
        <p:spPr bwMode="auto">
          <a:xfrm>
            <a:off x="5241925" y="0"/>
            <a:ext cx="3983038" cy="59213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4976" tIns="57487" rIns="114976" bIns="57487" numCol="1" anchor="t" anchorCtr="0" compatLnSpc="1">
            <a:prstTxWarp prst="textNoShape">
              <a:avLst/>
            </a:prstTxWarp>
          </a:bodyPr>
          <a:lstStyle>
            <a:lvl1pPr algn="r" defTabSz="1149350">
              <a:defRPr sz="1500">
                <a:effectLst/>
              </a:defRPr>
            </a:lvl1pPr>
          </a:lstStyle>
          <a:p>
            <a:endParaRPr lang="en-US" altLang="zh-CN" dirty="0"/>
          </a:p>
        </p:txBody>
      </p:sp>
      <p:sp>
        <p:nvSpPr>
          <p:cNvPr id="2052" name="Rectangle 4"/>
          <p:cNvSpPr>
            <a:spLocks noGrp="1" noRot="1" noChangeAspect="1" noChangeArrowheads="1" noTextEdit="1"/>
          </p:cNvSpPr>
          <p:nvPr>
            <p:ph type="sldImg" idx="2"/>
          </p:nvPr>
        </p:nvSpPr>
        <p:spPr bwMode="auto">
          <a:xfrm>
            <a:off x="1204913" y="889000"/>
            <a:ext cx="6815137" cy="4545013"/>
          </a:xfrm>
          <a:prstGeom prst="rect">
            <a:avLst/>
          </a:prstGeom>
          <a:noFill/>
          <a:ln w="9525">
            <a:solidFill>
              <a:srgbClr val="000000"/>
            </a:solidFill>
            <a:miter lim="800000"/>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dist="35921" dir="2700000" algn="ctr" rotWithShape="0">
                    <a:srgbClr val="808080"/>
                  </a:outerShdw>
                </a:effectLst>
              </a14:hiddenEffects>
            </a:ext>
            <a:ext uri="{53640926-AAD7-44d8-BBD7-CCE9431645EC}">
              <a14:shadowObscured xmlns="" xmlns:a14="http://schemas.microsoft.com/office/drawing/2010/main" val="1"/>
            </a:ext>
          </a:extLst>
        </p:spPr>
      </p:sp>
      <p:sp>
        <p:nvSpPr>
          <p:cNvPr id="4101" name="Rectangle 5"/>
          <p:cNvSpPr>
            <a:spLocks noGrp="1" noChangeArrowheads="1"/>
          </p:cNvSpPr>
          <p:nvPr>
            <p:ph type="body" sz="quarter" idx="3"/>
          </p:nvPr>
        </p:nvSpPr>
        <p:spPr bwMode="auto">
          <a:xfrm>
            <a:off x="1257300" y="5732463"/>
            <a:ext cx="6708775" cy="53355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4976" tIns="57487" rIns="114976" bIns="57487"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4102" name="Rectangle 6"/>
          <p:cNvSpPr>
            <a:spLocks noGrp="1" noChangeArrowheads="1"/>
          </p:cNvSpPr>
          <p:nvPr>
            <p:ph type="ftr" sz="quarter" idx="4"/>
          </p:nvPr>
        </p:nvSpPr>
        <p:spPr bwMode="auto">
          <a:xfrm>
            <a:off x="0" y="11363325"/>
            <a:ext cx="3983038" cy="5937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4976" tIns="57487" rIns="114976" bIns="57487" numCol="1" anchor="b" anchorCtr="0" compatLnSpc="1">
            <a:prstTxWarp prst="textNoShape">
              <a:avLst/>
            </a:prstTxWarp>
          </a:bodyPr>
          <a:lstStyle>
            <a:lvl1pPr defTabSz="1149350">
              <a:defRPr sz="1500">
                <a:effectLst/>
              </a:defRPr>
            </a:lvl1pPr>
          </a:lstStyle>
          <a:p>
            <a:endParaRPr lang="en-US" altLang="zh-CN" dirty="0"/>
          </a:p>
        </p:txBody>
      </p:sp>
      <p:sp>
        <p:nvSpPr>
          <p:cNvPr id="4103" name="Rectangle 7"/>
          <p:cNvSpPr>
            <a:spLocks noGrp="1" noChangeArrowheads="1"/>
          </p:cNvSpPr>
          <p:nvPr>
            <p:ph type="sldNum" sz="quarter" idx="5"/>
          </p:nvPr>
        </p:nvSpPr>
        <p:spPr bwMode="auto">
          <a:xfrm>
            <a:off x="5241925" y="11363325"/>
            <a:ext cx="3983038" cy="5937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14976" tIns="57487" rIns="114976" bIns="57487" numCol="1" anchor="b" anchorCtr="0" compatLnSpc="1">
            <a:prstTxWarp prst="textNoShape">
              <a:avLst/>
            </a:prstTxWarp>
          </a:bodyPr>
          <a:lstStyle>
            <a:lvl1pPr algn="r" defTabSz="1149350">
              <a:defRPr sz="1500">
                <a:effectLst/>
              </a:defRPr>
            </a:lvl1pPr>
          </a:lstStyle>
          <a:p>
            <a:fld id="{BE0E8DDD-987D-4EBB-9AA8-B60A2D3E1A91}" type="slidenum">
              <a:rPr lang="zh-CN" altLang="en-US"/>
              <a:pPr/>
              <a:t>‹#›</a:t>
            </a:fld>
            <a:endParaRPr lang="en-US" altLang="zh-CN" dirty="0"/>
          </a:p>
        </p:txBody>
      </p:sp>
    </p:spTree>
    <p:extLst>
      <p:ext uri="{BB962C8B-B14F-4D97-AF65-F5344CB8AC3E}">
        <p14:creationId xmlns:p14="http://schemas.microsoft.com/office/powerpoint/2010/main" val="691918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7"/>
          <p:cNvSpPr>
            <a:spLocks noGrp="1" noChangeArrowheads="1"/>
          </p:cNvSpPr>
          <p:nvPr>
            <p:ph type="sldNum" sz="quarter" idx="5"/>
          </p:nvPr>
        </p:nvSpPr>
        <p:spPr>
          <a:noFill/>
        </p:spPr>
        <p:txBody>
          <a:bodyPr/>
          <a:lstStyle>
            <a:lvl1pPr defTabSz="1149350">
              <a:defRPr sz="2400">
                <a:solidFill>
                  <a:schemeClr val="tx1"/>
                </a:solidFill>
                <a:latin typeface="Times New Roman" pitchFamily="18" charset="0"/>
              </a:defRPr>
            </a:lvl1pPr>
            <a:lvl2pPr marL="742950" indent="-285750" defTabSz="1149350">
              <a:defRPr sz="2400">
                <a:solidFill>
                  <a:schemeClr val="tx1"/>
                </a:solidFill>
                <a:latin typeface="Times New Roman" pitchFamily="18" charset="0"/>
              </a:defRPr>
            </a:lvl2pPr>
            <a:lvl3pPr marL="1143000" indent="-228600" defTabSz="1149350">
              <a:defRPr sz="2400">
                <a:solidFill>
                  <a:schemeClr val="tx1"/>
                </a:solidFill>
                <a:latin typeface="Times New Roman" pitchFamily="18" charset="0"/>
              </a:defRPr>
            </a:lvl3pPr>
            <a:lvl4pPr marL="1600200" indent="-228600" defTabSz="1149350">
              <a:defRPr sz="2400">
                <a:solidFill>
                  <a:schemeClr val="tx1"/>
                </a:solidFill>
                <a:latin typeface="Times New Roman" pitchFamily="18" charset="0"/>
              </a:defRPr>
            </a:lvl4pPr>
            <a:lvl5pPr marL="2057400" indent="-228600" defTabSz="1149350">
              <a:defRPr sz="2400">
                <a:solidFill>
                  <a:schemeClr val="tx1"/>
                </a:solidFill>
                <a:latin typeface="Times New Roman" pitchFamily="18" charset="0"/>
              </a:defRPr>
            </a:lvl5pPr>
            <a:lvl6pPr marL="2514600" indent="-228600" defTabSz="1149350" eaLnBrk="0" fontAlgn="base" hangingPunct="0">
              <a:spcBef>
                <a:spcPct val="0"/>
              </a:spcBef>
              <a:spcAft>
                <a:spcPct val="0"/>
              </a:spcAft>
              <a:defRPr sz="2400">
                <a:solidFill>
                  <a:schemeClr val="tx1"/>
                </a:solidFill>
                <a:latin typeface="Times New Roman" pitchFamily="18" charset="0"/>
              </a:defRPr>
            </a:lvl6pPr>
            <a:lvl7pPr marL="2971800" indent="-228600" defTabSz="1149350" eaLnBrk="0" fontAlgn="base" hangingPunct="0">
              <a:spcBef>
                <a:spcPct val="0"/>
              </a:spcBef>
              <a:spcAft>
                <a:spcPct val="0"/>
              </a:spcAft>
              <a:defRPr sz="2400">
                <a:solidFill>
                  <a:schemeClr val="tx1"/>
                </a:solidFill>
                <a:latin typeface="Times New Roman" pitchFamily="18" charset="0"/>
              </a:defRPr>
            </a:lvl7pPr>
            <a:lvl8pPr marL="3429000" indent="-228600" defTabSz="1149350" eaLnBrk="0" fontAlgn="base" hangingPunct="0">
              <a:spcBef>
                <a:spcPct val="0"/>
              </a:spcBef>
              <a:spcAft>
                <a:spcPct val="0"/>
              </a:spcAft>
              <a:defRPr sz="2400">
                <a:solidFill>
                  <a:schemeClr val="tx1"/>
                </a:solidFill>
                <a:latin typeface="Times New Roman" pitchFamily="18" charset="0"/>
              </a:defRPr>
            </a:lvl8pPr>
            <a:lvl9pPr marL="3886200" indent="-228600" defTabSz="1149350" eaLnBrk="0" fontAlgn="base" hangingPunct="0">
              <a:spcBef>
                <a:spcPct val="0"/>
              </a:spcBef>
              <a:spcAft>
                <a:spcPct val="0"/>
              </a:spcAft>
              <a:defRPr sz="2400">
                <a:solidFill>
                  <a:schemeClr val="tx1"/>
                </a:solidFill>
                <a:latin typeface="Times New Roman" pitchFamily="18" charset="0"/>
              </a:defRPr>
            </a:lvl9pPr>
          </a:lstStyle>
          <a:p>
            <a:fld id="{6BE12CAE-19A1-49D0-B924-4F1C64219071}" type="slidenum">
              <a:rPr lang="zh-CN" altLang="en-US" sz="1500">
                <a:solidFill>
                  <a:srgbClr val="000000"/>
                </a:solidFill>
              </a:rPr>
              <a:pPr/>
              <a:t>1</a:t>
            </a:fld>
            <a:endParaRPr lang="en-US" altLang="zh-CN" sz="1500" dirty="0">
              <a:solidFill>
                <a:srgbClr val="000000"/>
              </a:solidFill>
            </a:endParaRPr>
          </a:p>
        </p:txBody>
      </p:sp>
      <p:sp>
        <p:nvSpPr>
          <p:cNvPr id="3075" name="Rectangle 2"/>
          <p:cNvSpPr>
            <a:spLocks noGrp="1" noRot="1" noChangeAspect="1" noChangeArrowheads="1" noTextEdit="1"/>
          </p:cNvSpPr>
          <p:nvPr>
            <p:ph type="sldImg"/>
          </p:nvPr>
        </p:nvSpPr>
        <p:spPr>
          <a:ln/>
        </p:spPr>
      </p:sp>
      <p:sp>
        <p:nvSpPr>
          <p:cNvPr id="3076" name="Rectangle 3"/>
          <p:cNvSpPr>
            <a:spLocks noGrp="1" noChangeArrowheads="1"/>
          </p:cNvSpPr>
          <p:nvPr>
            <p:ph type="body" idx="1"/>
          </p:nvPr>
        </p:nvSpPr>
        <p:spPr>
          <a:noFill/>
        </p:spPr>
        <p:txBody>
          <a:bodyPr/>
          <a:lstStyle/>
          <a:p>
            <a:endParaRPr lang="zh-CN" altLang="en-US"/>
          </a:p>
        </p:txBody>
      </p:sp>
    </p:spTree>
    <p:extLst>
      <p:ext uri="{BB962C8B-B14F-4D97-AF65-F5344CB8AC3E}">
        <p14:creationId xmlns:p14="http://schemas.microsoft.com/office/powerpoint/2010/main" val="404784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703638" y="10226675"/>
            <a:ext cx="41970325" cy="705485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7407275" y="18653125"/>
            <a:ext cx="34563050" cy="84137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814409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68563" y="1317625"/>
            <a:ext cx="44440475" cy="54864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2468563" y="7680325"/>
            <a:ext cx="44440475" cy="217249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73516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900488" y="21153438"/>
            <a:ext cx="41970325" cy="653732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3900488" y="13952538"/>
            <a:ext cx="41970325" cy="720090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56482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468563" y="1317625"/>
            <a:ext cx="44440475" cy="54864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2468563" y="7680325"/>
            <a:ext cx="22144037" cy="217249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4765000" y="7680325"/>
            <a:ext cx="22144038" cy="21724938"/>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471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68563" y="1317625"/>
            <a:ext cx="44440475" cy="54864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468563" y="7369175"/>
            <a:ext cx="21817012" cy="30702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468563" y="10439400"/>
            <a:ext cx="21817012" cy="189658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5082500" y="7369175"/>
            <a:ext cx="21826538" cy="30702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5082500" y="10439400"/>
            <a:ext cx="21826538" cy="189658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0411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468563" y="1317625"/>
            <a:ext cx="44440475" cy="54864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741289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24806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68563" y="1311275"/>
            <a:ext cx="16244887" cy="557688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19305588" y="1311275"/>
            <a:ext cx="27603450" cy="28093988"/>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468563" y="6888163"/>
            <a:ext cx="16244887" cy="225171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21564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678988" y="23042563"/>
            <a:ext cx="29625925" cy="2720975"/>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9678988" y="2941638"/>
            <a:ext cx="29625925" cy="1975008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9678988" y="25763538"/>
            <a:ext cx="29625925" cy="386238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14994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468563" y="1317625"/>
            <a:ext cx="44440475" cy="54864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2468563" y="7680325"/>
            <a:ext cx="44440475" cy="217249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258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5799713" y="1317625"/>
            <a:ext cx="11109325" cy="280876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2468563" y="1317625"/>
            <a:ext cx="33178750" cy="280876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7930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074988" rtl="0" eaLnBrk="0" fontAlgn="base" hangingPunct="0">
        <a:spcBef>
          <a:spcPct val="0"/>
        </a:spcBef>
        <a:spcAft>
          <a:spcPct val="0"/>
        </a:spcAft>
        <a:defRPr sz="14800">
          <a:solidFill>
            <a:schemeClr val="tx2"/>
          </a:solidFill>
          <a:latin typeface="+mj-lt"/>
          <a:ea typeface="+mj-ea"/>
          <a:cs typeface="+mj-cs"/>
        </a:defRPr>
      </a:lvl1pPr>
      <a:lvl2pPr algn="ctr" defTabSz="3074988" rtl="0" eaLnBrk="0" fontAlgn="base" hangingPunct="0">
        <a:spcBef>
          <a:spcPct val="0"/>
        </a:spcBef>
        <a:spcAft>
          <a:spcPct val="0"/>
        </a:spcAft>
        <a:defRPr sz="14800">
          <a:solidFill>
            <a:schemeClr val="tx2"/>
          </a:solidFill>
          <a:latin typeface="Times New Roman" pitchFamily="18" charset="0"/>
        </a:defRPr>
      </a:lvl2pPr>
      <a:lvl3pPr algn="ctr" defTabSz="3074988" rtl="0" eaLnBrk="0" fontAlgn="base" hangingPunct="0">
        <a:spcBef>
          <a:spcPct val="0"/>
        </a:spcBef>
        <a:spcAft>
          <a:spcPct val="0"/>
        </a:spcAft>
        <a:defRPr sz="14800">
          <a:solidFill>
            <a:schemeClr val="tx2"/>
          </a:solidFill>
          <a:latin typeface="Times New Roman" pitchFamily="18" charset="0"/>
        </a:defRPr>
      </a:lvl3pPr>
      <a:lvl4pPr algn="ctr" defTabSz="3074988" rtl="0" eaLnBrk="0" fontAlgn="base" hangingPunct="0">
        <a:spcBef>
          <a:spcPct val="0"/>
        </a:spcBef>
        <a:spcAft>
          <a:spcPct val="0"/>
        </a:spcAft>
        <a:defRPr sz="14800">
          <a:solidFill>
            <a:schemeClr val="tx2"/>
          </a:solidFill>
          <a:latin typeface="Times New Roman" pitchFamily="18" charset="0"/>
        </a:defRPr>
      </a:lvl4pPr>
      <a:lvl5pPr algn="ctr" defTabSz="3074988" rtl="0" eaLnBrk="0" fontAlgn="base" hangingPunct="0">
        <a:spcBef>
          <a:spcPct val="0"/>
        </a:spcBef>
        <a:spcAft>
          <a:spcPct val="0"/>
        </a:spcAft>
        <a:defRPr sz="14800">
          <a:solidFill>
            <a:schemeClr val="tx2"/>
          </a:solidFill>
          <a:latin typeface="Times New Roman" pitchFamily="18" charset="0"/>
        </a:defRPr>
      </a:lvl5pPr>
      <a:lvl6pPr marL="457200" algn="ctr" defTabSz="3074988" rtl="0" eaLnBrk="0" fontAlgn="base" hangingPunct="0">
        <a:spcBef>
          <a:spcPct val="0"/>
        </a:spcBef>
        <a:spcAft>
          <a:spcPct val="0"/>
        </a:spcAft>
        <a:defRPr sz="14800">
          <a:solidFill>
            <a:schemeClr val="tx2"/>
          </a:solidFill>
          <a:latin typeface="Times New Roman" pitchFamily="18" charset="0"/>
        </a:defRPr>
      </a:lvl6pPr>
      <a:lvl7pPr marL="914400" algn="ctr" defTabSz="3074988" rtl="0" eaLnBrk="0" fontAlgn="base" hangingPunct="0">
        <a:spcBef>
          <a:spcPct val="0"/>
        </a:spcBef>
        <a:spcAft>
          <a:spcPct val="0"/>
        </a:spcAft>
        <a:defRPr sz="14800">
          <a:solidFill>
            <a:schemeClr val="tx2"/>
          </a:solidFill>
          <a:latin typeface="Times New Roman" pitchFamily="18" charset="0"/>
        </a:defRPr>
      </a:lvl7pPr>
      <a:lvl8pPr marL="1371600" algn="ctr" defTabSz="3074988" rtl="0" eaLnBrk="0" fontAlgn="base" hangingPunct="0">
        <a:spcBef>
          <a:spcPct val="0"/>
        </a:spcBef>
        <a:spcAft>
          <a:spcPct val="0"/>
        </a:spcAft>
        <a:defRPr sz="14800">
          <a:solidFill>
            <a:schemeClr val="tx2"/>
          </a:solidFill>
          <a:latin typeface="Times New Roman" pitchFamily="18" charset="0"/>
        </a:defRPr>
      </a:lvl8pPr>
      <a:lvl9pPr marL="1828800" algn="ctr" defTabSz="3074988" rtl="0" eaLnBrk="0" fontAlgn="base" hangingPunct="0">
        <a:spcBef>
          <a:spcPct val="0"/>
        </a:spcBef>
        <a:spcAft>
          <a:spcPct val="0"/>
        </a:spcAft>
        <a:defRPr sz="14800">
          <a:solidFill>
            <a:schemeClr val="tx2"/>
          </a:solidFill>
          <a:latin typeface="Times New Roman" pitchFamily="18" charset="0"/>
        </a:defRPr>
      </a:lvl9pPr>
    </p:titleStyle>
    <p:bodyStyle>
      <a:lvl1pPr marL="1150938" indent="-1150938" algn="l" defTabSz="3074988" rtl="0" eaLnBrk="0" fontAlgn="base" hangingPunct="0">
        <a:spcBef>
          <a:spcPct val="20000"/>
        </a:spcBef>
        <a:spcAft>
          <a:spcPct val="0"/>
        </a:spcAft>
        <a:buChar char="•"/>
        <a:defRPr sz="10700">
          <a:solidFill>
            <a:schemeClr val="tx1"/>
          </a:solidFill>
          <a:latin typeface="+mn-lt"/>
          <a:ea typeface="+mn-ea"/>
          <a:cs typeface="+mn-cs"/>
        </a:defRPr>
      </a:lvl1pPr>
      <a:lvl2pPr marL="2497138" indent="-960438" algn="l" defTabSz="3074988" rtl="0" eaLnBrk="0" fontAlgn="base" hangingPunct="0">
        <a:spcBef>
          <a:spcPct val="20000"/>
        </a:spcBef>
        <a:spcAft>
          <a:spcPct val="0"/>
        </a:spcAft>
        <a:buChar char="–"/>
        <a:defRPr sz="9500">
          <a:solidFill>
            <a:schemeClr val="tx1"/>
          </a:solidFill>
          <a:latin typeface="+mn-lt"/>
        </a:defRPr>
      </a:lvl2pPr>
      <a:lvl3pPr marL="3843338" indent="-768350" algn="l" defTabSz="3074988" rtl="0" eaLnBrk="0" fontAlgn="base" hangingPunct="0">
        <a:spcBef>
          <a:spcPct val="20000"/>
        </a:spcBef>
        <a:spcAft>
          <a:spcPct val="0"/>
        </a:spcAft>
        <a:buChar char="•"/>
        <a:defRPr sz="8100">
          <a:solidFill>
            <a:schemeClr val="tx1"/>
          </a:solidFill>
          <a:latin typeface="+mn-lt"/>
        </a:defRPr>
      </a:lvl3pPr>
      <a:lvl4pPr marL="5384800" indent="-773113" algn="l" defTabSz="3074988" rtl="0" eaLnBrk="0" fontAlgn="base" hangingPunct="0">
        <a:spcBef>
          <a:spcPct val="20000"/>
        </a:spcBef>
        <a:spcAft>
          <a:spcPct val="0"/>
        </a:spcAft>
        <a:buChar char="–"/>
        <a:defRPr sz="6500">
          <a:solidFill>
            <a:schemeClr val="tx1"/>
          </a:solidFill>
          <a:latin typeface="+mn-lt"/>
        </a:defRPr>
      </a:lvl4pPr>
      <a:lvl5pPr marL="6921500" indent="-768350" algn="l" defTabSz="3074988" rtl="0" eaLnBrk="0" fontAlgn="base" hangingPunct="0">
        <a:spcBef>
          <a:spcPct val="20000"/>
        </a:spcBef>
        <a:spcAft>
          <a:spcPct val="0"/>
        </a:spcAft>
        <a:buChar char="»"/>
        <a:defRPr sz="6500">
          <a:solidFill>
            <a:schemeClr val="tx1"/>
          </a:solidFill>
          <a:latin typeface="+mn-lt"/>
        </a:defRPr>
      </a:lvl5pPr>
      <a:lvl6pPr marL="7378700" indent="-768350" algn="l" defTabSz="3074988" rtl="0" eaLnBrk="0" fontAlgn="base" hangingPunct="0">
        <a:spcBef>
          <a:spcPct val="20000"/>
        </a:spcBef>
        <a:spcAft>
          <a:spcPct val="0"/>
        </a:spcAft>
        <a:buChar char="»"/>
        <a:defRPr sz="6500">
          <a:solidFill>
            <a:schemeClr val="tx1"/>
          </a:solidFill>
          <a:latin typeface="+mn-lt"/>
        </a:defRPr>
      </a:lvl6pPr>
      <a:lvl7pPr marL="7835900" indent="-768350" algn="l" defTabSz="3074988" rtl="0" eaLnBrk="0" fontAlgn="base" hangingPunct="0">
        <a:spcBef>
          <a:spcPct val="20000"/>
        </a:spcBef>
        <a:spcAft>
          <a:spcPct val="0"/>
        </a:spcAft>
        <a:buChar char="»"/>
        <a:defRPr sz="6500">
          <a:solidFill>
            <a:schemeClr val="tx1"/>
          </a:solidFill>
          <a:latin typeface="+mn-lt"/>
        </a:defRPr>
      </a:lvl7pPr>
      <a:lvl8pPr marL="8293100" indent="-768350" algn="l" defTabSz="3074988" rtl="0" eaLnBrk="0" fontAlgn="base" hangingPunct="0">
        <a:spcBef>
          <a:spcPct val="20000"/>
        </a:spcBef>
        <a:spcAft>
          <a:spcPct val="0"/>
        </a:spcAft>
        <a:buChar char="»"/>
        <a:defRPr sz="6500">
          <a:solidFill>
            <a:schemeClr val="tx1"/>
          </a:solidFill>
          <a:latin typeface="+mn-lt"/>
        </a:defRPr>
      </a:lvl8pPr>
      <a:lvl9pPr marL="8750300" indent="-768350" algn="l" defTabSz="3074988" rtl="0" eaLnBrk="0" fontAlgn="base" hangingPunct="0">
        <a:spcBef>
          <a:spcPct val="20000"/>
        </a:spcBef>
        <a:spcAft>
          <a:spcPct val="0"/>
        </a:spcAft>
        <a:buChar char="»"/>
        <a:defRPr sz="65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fif"/><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jfif"/><Relationship Id="rId4" Type="http://schemas.openxmlformats.org/officeDocument/2006/relationships/image" Target="../media/image2.jfif"/><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shadeToTitle="1">
        <a:solidFill>
          <a:schemeClr val="accent2">
            <a:lumMod val="20000"/>
            <a:lumOff val="80000"/>
            <a:alpha val="20000"/>
          </a:schemeClr>
        </a:solidFill>
        <a:effectLst/>
      </p:bgPr>
    </p:bg>
    <p:spTree>
      <p:nvGrpSpPr>
        <p:cNvPr id="1" name=""/>
        <p:cNvGrpSpPr/>
        <p:nvPr/>
      </p:nvGrpSpPr>
      <p:grpSpPr>
        <a:xfrm>
          <a:off x="0" y="0"/>
          <a:ext cx="0" cy="0"/>
          <a:chOff x="0" y="0"/>
          <a:chExt cx="0" cy="0"/>
        </a:xfrm>
      </p:grpSpPr>
      <p:grpSp>
        <p:nvGrpSpPr>
          <p:cNvPr id="29" name="Group 28"/>
          <p:cNvGrpSpPr/>
          <p:nvPr/>
        </p:nvGrpSpPr>
        <p:grpSpPr>
          <a:xfrm>
            <a:off x="1200150" y="381000"/>
            <a:ext cx="46891574" cy="4191000"/>
            <a:chOff x="1054474" y="193964"/>
            <a:chExt cx="41794578" cy="3463636"/>
          </a:xfrm>
          <a:solidFill>
            <a:schemeClr val="bg2">
              <a:lumMod val="25000"/>
            </a:schemeClr>
          </a:solidFill>
        </p:grpSpPr>
        <p:sp>
          <p:nvSpPr>
            <p:cNvPr id="30" name="Text Box 241"/>
            <p:cNvSpPr txBox="1">
              <a:spLocks noChangeArrowheads="1"/>
            </p:cNvSpPr>
            <p:nvPr/>
          </p:nvSpPr>
          <p:spPr bwMode="auto">
            <a:xfrm>
              <a:off x="1054474" y="193965"/>
              <a:ext cx="41782252" cy="3463635"/>
            </a:xfrm>
            <a:prstGeom prst="rect">
              <a:avLst/>
            </a:prstGeom>
            <a:grpFill/>
            <a:ln w="25400">
              <a:noFill/>
              <a:miter lim="800000"/>
              <a:headEnd/>
              <a:tailEnd/>
            </a:ln>
            <a:effectLst/>
          </p:spPr>
          <p:txBody>
            <a:bodyPr lIns="61170" tIns="30584" rIns="61170" bIns="30584" anchor="ctr"/>
            <a:lstStyle>
              <a:lvl1pPr defTabSz="612775">
                <a:defRPr sz="2400">
                  <a:solidFill>
                    <a:schemeClr val="tx1"/>
                  </a:solidFill>
                  <a:latin typeface="Times New Roman" pitchFamily="18" charset="0"/>
                </a:defRPr>
              </a:lvl1pPr>
              <a:lvl2pPr marL="742950" indent="-285750" defTabSz="612775">
                <a:defRPr sz="2400">
                  <a:solidFill>
                    <a:schemeClr val="tx1"/>
                  </a:solidFill>
                  <a:latin typeface="Times New Roman" pitchFamily="18" charset="0"/>
                </a:defRPr>
              </a:lvl2pPr>
              <a:lvl3pPr marL="1143000" indent="-228600" defTabSz="612775">
                <a:defRPr sz="2400">
                  <a:solidFill>
                    <a:schemeClr val="tx1"/>
                  </a:solidFill>
                  <a:latin typeface="Times New Roman" pitchFamily="18" charset="0"/>
                </a:defRPr>
              </a:lvl3pPr>
              <a:lvl4pPr marL="1600200" indent="-228600" defTabSz="612775">
                <a:defRPr sz="2400">
                  <a:solidFill>
                    <a:schemeClr val="tx1"/>
                  </a:solidFill>
                  <a:latin typeface="Times New Roman" pitchFamily="18" charset="0"/>
                </a:defRPr>
              </a:lvl4pPr>
              <a:lvl5pPr marL="2057400" indent="-228600" defTabSz="612775">
                <a:defRPr sz="2400">
                  <a:solidFill>
                    <a:schemeClr val="tx1"/>
                  </a:solidFill>
                  <a:latin typeface="Times New Roman" pitchFamily="18" charset="0"/>
                </a:defRPr>
              </a:lvl5pPr>
              <a:lvl6pPr marL="2514600" indent="-228600" defTabSz="612775" eaLnBrk="0" fontAlgn="base" hangingPunct="0">
                <a:spcBef>
                  <a:spcPct val="0"/>
                </a:spcBef>
                <a:spcAft>
                  <a:spcPct val="0"/>
                </a:spcAft>
                <a:defRPr sz="2400">
                  <a:solidFill>
                    <a:schemeClr val="tx1"/>
                  </a:solidFill>
                  <a:latin typeface="Times New Roman" pitchFamily="18" charset="0"/>
                </a:defRPr>
              </a:lvl6pPr>
              <a:lvl7pPr marL="2971800" indent="-228600" defTabSz="612775" eaLnBrk="0" fontAlgn="base" hangingPunct="0">
                <a:spcBef>
                  <a:spcPct val="0"/>
                </a:spcBef>
                <a:spcAft>
                  <a:spcPct val="0"/>
                </a:spcAft>
                <a:defRPr sz="2400">
                  <a:solidFill>
                    <a:schemeClr val="tx1"/>
                  </a:solidFill>
                  <a:latin typeface="Times New Roman" pitchFamily="18" charset="0"/>
                </a:defRPr>
              </a:lvl7pPr>
              <a:lvl8pPr marL="3429000" indent="-228600" defTabSz="612775" eaLnBrk="0" fontAlgn="base" hangingPunct="0">
                <a:spcBef>
                  <a:spcPct val="0"/>
                </a:spcBef>
                <a:spcAft>
                  <a:spcPct val="0"/>
                </a:spcAft>
                <a:defRPr sz="2400">
                  <a:solidFill>
                    <a:schemeClr val="tx1"/>
                  </a:solidFill>
                  <a:latin typeface="Times New Roman" pitchFamily="18" charset="0"/>
                </a:defRPr>
              </a:lvl8pPr>
              <a:lvl9pPr marL="3886200" indent="-228600" defTabSz="612775" eaLnBrk="0" fontAlgn="base" hangingPunct="0">
                <a:spcBef>
                  <a:spcPct val="0"/>
                </a:spcBef>
                <a:spcAft>
                  <a:spcPct val="0"/>
                </a:spcAft>
                <a:defRPr sz="2400">
                  <a:solidFill>
                    <a:schemeClr val="tx1"/>
                  </a:solidFill>
                  <a:latin typeface="Times New Roman" pitchFamily="18" charset="0"/>
                </a:defRPr>
              </a:lvl9pPr>
            </a:lstStyle>
            <a:p>
              <a:pPr algn="ctr"/>
              <a:endParaRPr lang="en-US" altLang="zh-CN" sz="4200" b="1" i="1" u="sng" dirty="0">
                <a:solidFill>
                  <a:prstClr val="white"/>
                </a:solidFill>
                <a:effectLst/>
                <a:latin typeface="Arial" charset="0"/>
                <a:ea typeface="SimSun" pitchFamily="2" charset="-122"/>
              </a:endParaRPr>
            </a:p>
          </p:txBody>
        </p:sp>
        <p:sp>
          <p:nvSpPr>
            <p:cNvPr id="31" name="Text Box 241"/>
            <p:cNvSpPr txBox="1">
              <a:spLocks noChangeArrowheads="1"/>
            </p:cNvSpPr>
            <p:nvPr/>
          </p:nvSpPr>
          <p:spPr bwMode="auto">
            <a:xfrm>
              <a:off x="1066800" y="193964"/>
              <a:ext cx="41782252" cy="3463635"/>
            </a:xfrm>
            <a:prstGeom prst="rect">
              <a:avLst/>
            </a:prstGeom>
            <a:grpFill/>
            <a:ln w="25400">
              <a:noFill/>
              <a:miter lim="800000"/>
              <a:headEnd/>
              <a:tailEnd/>
            </a:ln>
            <a:effectLst/>
          </p:spPr>
          <p:txBody>
            <a:bodyPr lIns="61170" tIns="30584" rIns="61170" bIns="30584" anchor="ctr"/>
            <a:lstStyle>
              <a:lvl1pPr defTabSz="612775">
                <a:defRPr sz="2400">
                  <a:solidFill>
                    <a:schemeClr val="tx1"/>
                  </a:solidFill>
                  <a:latin typeface="Times New Roman" pitchFamily="18" charset="0"/>
                </a:defRPr>
              </a:lvl1pPr>
              <a:lvl2pPr marL="742950" indent="-285750" defTabSz="612775">
                <a:defRPr sz="2400">
                  <a:solidFill>
                    <a:schemeClr val="tx1"/>
                  </a:solidFill>
                  <a:latin typeface="Times New Roman" pitchFamily="18" charset="0"/>
                </a:defRPr>
              </a:lvl2pPr>
              <a:lvl3pPr marL="1143000" indent="-228600" defTabSz="612775">
                <a:defRPr sz="2400">
                  <a:solidFill>
                    <a:schemeClr val="tx1"/>
                  </a:solidFill>
                  <a:latin typeface="Times New Roman" pitchFamily="18" charset="0"/>
                </a:defRPr>
              </a:lvl3pPr>
              <a:lvl4pPr marL="1600200" indent="-228600" defTabSz="612775">
                <a:defRPr sz="2400">
                  <a:solidFill>
                    <a:schemeClr val="tx1"/>
                  </a:solidFill>
                  <a:latin typeface="Times New Roman" pitchFamily="18" charset="0"/>
                </a:defRPr>
              </a:lvl4pPr>
              <a:lvl5pPr marL="2057400" indent="-228600" defTabSz="612775">
                <a:defRPr sz="2400">
                  <a:solidFill>
                    <a:schemeClr val="tx1"/>
                  </a:solidFill>
                  <a:latin typeface="Times New Roman" pitchFamily="18" charset="0"/>
                </a:defRPr>
              </a:lvl5pPr>
              <a:lvl6pPr marL="2514600" indent="-228600" defTabSz="612775" eaLnBrk="0" fontAlgn="base" hangingPunct="0">
                <a:spcBef>
                  <a:spcPct val="0"/>
                </a:spcBef>
                <a:spcAft>
                  <a:spcPct val="0"/>
                </a:spcAft>
                <a:defRPr sz="2400">
                  <a:solidFill>
                    <a:schemeClr val="tx1"/>
                  </a:solidFill>
                  <a:latin typeface="Times New Roman" pitchFamily="18" charset="0"/>
                </a:defRPr>
              </a:lvl6pPr>
              <a:lvl7pPr marL="2971800" indent="-228600" defTabSz="612775" eaLnBrk="0" fontAlgn="base" hangingPunct="0">
                <a:spcBef>
                  <a:spcPct val="0"/>
                </a:spcBef>
                <a:spcAft>
                  <a:spcPct val="0"/>
                </a:spcAft>
                <a:defRPr sz="2400">
                  <a:solidFill>
                    <a:schemeClr val="tx1"/>
                  </a:solidFill>
                  <a:latin typeface="Times New Roman" pitchFamily="18" charset="0"/>
                </a:defRPr>
              </a:lvl7pPr>
              <a:lvl8pPr marL="3429000" indent="-228600" defTabSz="612775" eaLnBrk="0" fontAlgn="base" hangingPunct="0">
                <a:spcBef>
                  <a:spcPct val="0"/>
                </a:spcBef>
                <a:spcAft>
                  <a:spcPct val="0"/>
                </a:spcAft>
                <a:defRPr sz="2400">
                  <a:solidFill>
                    <a:schemeClr val="tx1"/>
                  </a:solidFill>
                  <a:latin typeface="Times New Roman" pitchFamily="18" charset="0"/>
                </a:defRPr>
              </a:lvl8pPr>
              <a:lvl9pPr marL="3886200" indent="-228600" defTabSz="612775" eaLnBrk="0" fontAlgn="base" hangingPunct="0">
                <a:spcBef>
                  <a:spcPct val="0"/>
                </a:spcBef>
                <a:spcAft>
                  <a:spcPct val="0"/>
                </a:spcAft>
                <a:defRPr sz="2400">
                  <a:solidFill>
                    <a:schemeClr val="tx1"/>
                  </a:solidFill>
                  <a:latin typeface="Times New Roman" pitchFamily="18" charset="0"/>
                </a:defRPr>
              </a:lvl9pPr>
            </a:lstStyle>
            <a:p>
              <a:pPr algn="ctr"/>
              <a:endParaRPr lang="en-US" altLang="zh-CN" sz="4200" b="1" i="1" u="sng" dirty="0">
                <a:solidFill>
                  <a:prstClr val="white"/>
                </a:solidFill>
                <a:effectLst/>
                <a:latin typeface="Arial" charset="0"/>
                <a:ea typeface="SimSun" pitchFamily="2" charset="-122"/>
              </a:endParaRPr>
            </a:p>
          </p:txBody>
        </p:sp>
      </p:grpSp>
      <p:sp>
        <p:nvSpPr>
          <p:cNvPr id="32" name="Text Box 262"/>
          <p:cNvSpPr txBox="1">
            <a:spLocks noChangeArrowheads="1"/>
          </p:cNvSpPr>
          <p:nvPr/>
        </p:nvSpPr>
        <p:spPr bwMode="auto">
          <a:xfrm>
            <a:off x="7492557" y="-112767"/>
            <a:ext cx="33855172" cy="3380740"/>
          </a:xfrm>
          <a:prstGeom prst="rect">
            <a:avLst/>
          </a:prstGeom>
          <a:noFill/>
          <a:ln>
            <a:noFill/>
          </a:ln>
          <a:effectLst/>
          <a:extLst>
            <a:ext uri="{909E8E84-426E-40dd-AFC4-6F175D3DCCD1}">
              <a14:hiddenFill xmlns="" xmlns:a14="http://schemas.microsoft.com/office/drawing/2010/main">
                <a:solidFill>
                  <a:srgbClr val="000000"/>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rgbClr val="FFBF0B"/>
                  </a:outerShdw>
                </a:effectLst>
              </a14:hiddenEffects>
            </a:ext>
          </a:extLst>
        </p:spPr>
        <p:txBody>
          <a:bodyPr lIns="61170" tIns="30584" rIns="61170" bIns="30584" anchor="ctr"/>
          <a:lstStyle>
            <a:lvl1pPr defTabSz="612775">
              <a:defRPr sz="2400">
                <a:solidFill>
                  <a:schemeClr val="tx1"/>
                </a:solidFill>
                <a:latin typeface="Times New Roman" pitchFamily="18" charset="0"/>
              </a:defRPr>
            </a:lvl1pPr>
            <a:lvl2pPr marL="742950" indent="-285750" defTabSz="612775">
              <a:defRPr sz="2400">
                <a:solidFill>
                  <a:schemeClr val="tx1"/>
                </a:solidFill>
                <a:latin typeface="Times New Roman" pitchFamily="18" charset="0"/>
              </a:defRPr>
            </a:lvl2pPr>
            <a:lvl3pPr marL="1143000" indent="-228600" defTabSz="612775">
              <a:defRPr sz="2400">
                <a:solidFill>
                  <a:schemeClr val="tx1"/>
                </a:solidFill>
                <a:latin typeface="Times New Roman" pitchFamily="18" charset="0"/>
              </a:defRPr>
            </a:lvl3pPr>
            <a:lvl4pPr marL="1600200" indent="-228600" defTabSz="612775">
              <a:defRPr sz="2400">
                <a:solidFill>
                  <a:schemeClr val="tx1"/>
                </a:solidFill>
                <a:latin typeface="Times New Roman" pitchFamily="18" charset="0"/>
              </a:defRPr>
            </a:lvl4pPr>
            <a:lvl5pPr marL="2057400" indent="-228600" defTabSz="612775">
              <a:defRPr sz="2400">
                <a:solidFill>
                  <a:schemeClr val="tx1"/>
                </a:solidFill>
                <a:latin typeface="Times New Roman" pitchFamily="18" charset="0"/>
              </a:defRPr>
            </a:lvl5pPr>
            <a:lvl6pPr marL="2514600" indent="-228600" defTabSz="612775" eaLnBrk="0" fontAlgn="base" hangingPunct="0">
              <a:spcBef>
                <a:spcPct val="0"/>
              </a:spcBef>
              <a:spcAft>
                <a:spcPct val="0"/>
              </a:spcAft>
              <a:defRPr sz="2400">
                <a:solidFill>
                  <a:schemeClr val="tx1"/>
                </a:solidFill>
                <a:latin typeface="Times New Roman" pitchFamily="18" charset="0"/>
              </a:defRPr>
            </a:lvl6pPr>
            <a:lvl7pPr marL="2971800" indent="-228600" defTabSz="612775" eaLnBrk="0" fontAlgn="base" hangingPunct="0">
              <a:spcBef>
                <a:spcPct val="0"/>
              </a:spcBef>
              <a:spcAft>
                <a:spcPct val="0"/>
              </a:spcAft>
              <a:defRPr sz="2400">
                <a:solidFill>
                  <a:schemeClr val="tx1"/>
                </a:solidFill>
                <a:latin typeface="Times New Roman" pitchFamily="18" charset="0"/>
              </a:defRPr>
            </a:lvl7pPr>
            <a:lvl8pPr marL="3429000" indent="-228600" defTabSz="612775" eaLnBrk="0" fontAlgn="base" hangingPunct="0">
              <a:spcBef>
                <a:spcPct val="0"/>
              </a:spcBef>
              <a:spcAft>
                <a:spcPct val="0"/>
              </a:spcAft>
              <a:defRPr sz="2400">
                <a:solidFill>
                  <a:schemeClr val="tx1"/>
                </a:solidFill>
                <a:latin typeface="Times New Roman" pitchFamily="18" charset="0"/>
              </a:defRPr>
            </a:lvl8pPr>
            <a:lvl9pPr marL="3886200" indent="-228600" defTabSz="612775" eaLnBrk="0" fontAlgn="base" hangingPunct="0">
              <a:spcBef>
                <a:spcPct val="0"/>
              </a:spcBef>
              <a:spcAft>
                <a:spcPct val="0"/>
              </a:spcAft>
              <a:defRPr sz="2400">
                <a:solidFill>
                  <a:schemeClr val="tx1"/>
                </a:solidFill>
                <a:latin typeface="Times New Roman" pitchFamily="18" charset="0"/>
              </a:defRPr>
            </a:lvl9pPr>
          </a:lstStyle>
          <a:p>
            <a:pPr algn="ctr"/>
            <a:r>
              <a:rPr lang="en-US" altLang="zh-CN" sz="7200" b="1" cap="small" dirty="0">
                <a:solidFill>
                  <a:schemeClr val="bg1"/>
                </a:solidFill>
                <a:effectLst/>
                <a:latin typeface="Lucida Sans" pitchFamily="34" charset="0"/>
                <a:ea typeface="SimSun" pitchFamily="2" charset="-122"/>
                <a:cs typeface="Lucida Sans" pitchFamily="34" charset="0"/>
              </a:rPr>
              <a:t>Web Based student facilitation system</a:t>
            </a:r>
          </a:p>
          <a:p>
            <a:pPr algn="ctr"/>
            <a:r>
              <a:rPr lang="en-US" altLang="zh-CN" sz="5400" b="1" dirty="0">
                <a:solidFill>
                  <a:prstClr val="white"/>
                </a:solidFill>
                <a:effectLst/>
                <a:latin typeface="Lucida Sans" pitchFamily="34" charset="0"/>
                <a:ea typeface="SimSun" pitchFamily="2" charset="-122"/>
                <a:cs typeface="Lucida Sans" pitchFamily="34" charset="0"/>
              </a:rPr>
              <a:t>Final Year Project (2016-2020) Department of Computer Science</a:t>
            </a:r>
            <a:br>
              <a:rPr lang="en-US" altLang="zh-CN" sz="5400" b="1" dirty="0">
                <a:solidFill>
                  <a:prstClr val="white"/>
                </a:solidFill>
                <a:effectLst/>
                <a:latin typeface="Lucida Sans" pitchFamily="34" charset="0"/>
                <a:ea typeface="SimSun" pitchFamily="2" charset="-122"/>
                <a:cs typeface="Lucida Sans" pitchFamily="34" charset="0"/>
              </a:rPr>
            </a:br>
            <a:r>
              <a:rPr lang="en-US" altLang="zh-CN" sz="5400" b="1" dirty="0">
                <a:solidFill>
                  <a:prstClr val="white"/>
                </a:solidFill>
                <a:effectLst/>
                <a:latin typeface="Lucida Sans" pitchFamily="34" charset="0"/>
                <a:ea typeface="SimSun" pitchFamily="2" charset="-122"/>
                <a:cs typeface="Lucida Sans" pitchFamily="34" charset="0"/>
              </a:rPr>
              <a:t>COMSATS University of Information Technology, Lahore</a:t>
            </a:r>
            <a:endParaRPr lang="en-US" altLang="zh-CN" sz="4000" b="1" dirty="0">
              <a:solidFill>
                <a:prstClr val="white"/>
              </a:solidFill>
              <a:effectLst/>
              <a:latin typeface="Lucida Sans" pitchFamily="34" charset="0"/>
              <a:ea typeface="SimSun" pitchFamily="2" charset="-122"/>
              <a:cs typeface="Lucida Sans" pitchFamily="34" charset="0"/>
            </a:endParaRPr>
          </a:p>
        </p:txBody>
      </p:sp>
      <p:sp>
        <p:nvSpPr>
          <p:cNvPr id="33" name="Text Box 242"/>
          <p:cNvSpPr txBox="1">
            <a:spLocks noChangeArrowheads="1"/>
          </p:cNvSpPr>
          <p:nvPr/>
        </p:nvSpPr>
        <p:spPr bwMode="auto">
          <a:xfrm>
            <a:off x="1131132" y="6454219"/>
            <a:ext cx="12682172" cy="7725192"/>
          </a:xfrm>
          <a:prstGeom prst="rect">
            <a:avLst/>
          </a:prstGeom>
          <a:solidFill>
            <a:schemeClr val="bg2">
              <a:lumMod val="50000"/>
            </a:schemeClr>
          </a:solidFill>
          <a:ln w="57150" cmpd="thinThick">
            <a:noFill/>
            <a:miter lim="800000"/>
            <a:headEnd/>
            <a:tailEnd/>
          </a:ln>
          <a:effectLst/>
        </p:spPr>
        <p:txBody>
          <a:bodyPr wrap="square" lIns="182880" tIns="91440" rIns="182880" bIns="182880">
            <a:spAutoFit/>
          </a:bodyPr>
          <a:lstStyle>
            <a:lvl1pPr marL="228600" indent="-228600" defTabSz="612775">
              <a:defRPr sz="2400">
                <a:solidFill>
                  <a:schemeClr val="tx1"/>
                </a:solidFill>
                <a:latin typeface="Times New Roman" pitchFamily="18" charset="0"/>
              </a:defRPr>
            </a:lvl1pPr>
            <a:lvl2pPr marL="742950" indent="-285750" defTabSz="612775">
              <a:defRPr sz="2400">
                <a:solidFill>
                  <a:schemeClr val="tx1"/>
                </a:solidFill>
                <a:latin typeface="Times New Roman" pitchFamily="18" charset="0"/>
              </a:defRPr>
            </a:lvl2pPr>
            <a:lvl3pPr marL="1143000" indent="-228600" defTabSz="612775">
              <a:defRPr sz="2400">
                <a:solidFill>
                  <a:schemeClr val="tx1"/>
                </a:solidFill>
                <a:latin typeface="Times New Roman" pitchFamily="18" charset="0"/>
              </a:defRPr>
            </a:lvl3pPr>
            <a:lvl4pPr marL="1600200" indent="-228600" defTabSz="612775">
              <a:defRPr sz="2400">
                <a:solidFill>
                  <a:schemeClr val="tx1"/>
                </a:solidFill>
                <a:latin typeface="Times New Roman" pitchFamily="18" charset="0"/>
              </a:defRPr>
            </a:lvl4pPr>
            <a:lvl5pPr marL="2057400" indent="-228600" defTabSz="612775">
              <a:defRPr sz="2400">
                <a:solidFill>
                  <a:schemeClr val="tx1"/>
                </a:solidFill>
                <a:latin typeface="Times New Roman" pitchFamily="18" charset="0"/>
              </a:defRPr>
            </a:lvl5pPr>
            <a:lvl6pPr marL="2514600" indent="-228600" defTabSz="612775" eaLnBrk="0" fontAlgn="base" hangingPunct="0">
              <a:spcBef>
                <a:spcPct val="0"/>
              </a:spcBef>
              <a:spcAft>
                <a:spcPct val="0"/>
              </a:spcAft>
              <a:defRPr sz="2400">
                <a:solidFill>
                  <a:schemeClr val="tx1"/>
                </a:solidFill>
                <a:latin typeface="Times New Roman" pitchFamily="18" charset="0"/>
              </a:defRPr>
            </a:lvl6pPr>
            <a:lvl7pPr marL="2971800" indent="-228600" defTabSz="612775" eaLnBrk="0" fontAlgn="base" hangingPunct="0">
              <a:spcBef>
                <a:spcPct val="0"/>
              </a:spcBef>
              <a:spcAft>
                <a:spcPct val="0"/>
              </a:spcAft>
              <a:defRPr sz="2400">
                <a:solidFill>
                  <a:schemeClr val="tx1"/>
                </a:solidFill>
                <a:latin typeface="Times New Roman" pitchFamily="18" charset="0"/>
              </a:defRPr>
            </a:lvl7pPr>
            <a:lvl8pPr marL="3429000" indent="-228600" defTabSz="612775" eaLnBrk="0" fontAlgn="base" hangingPunct="0">
              <a:spcBef>
                <a:spcPct val="0"/>
              </a:spcBef>
              <a:spcAft>
                <a:spcPct val="0"/>
              </a:spcAft>
              <a:defRPr sz="2400">
                <a:solidFill>
                  <a:schemeClr val="tx1"/>
                </a:solidFill>
                <a:latin typeface="Times New Roman" pitchFamily="18" charset="0"/>
              </a:defRPr>
            </a:lvl8pPr>
            <a:lvl9pPr marL="3886200" indent="-228600" defTabSz="612775" eaLnBrk="0" fontAlgn="base" hangingPunct="0">
              <a:spcBef>
                <a:spcPct val="0"/>
              </a:spcBef>
              <a:spcAft>
                <a:spcPct val="0"/>
              </a:spcAft>
              <a:defRPr sz="2400">
                <a:solidFill>
                  <a:schemeClr val="tx1"/>
                </a:solidFill>
                <a:latin typeface="Times New Roman" pitchFamily="18" charset="0"/>
              </a:defRPr>
            </a:lvl9pPr>
          </a:lstStyle>
          <a:p>
            <a:pPr algn="just"/>
            <a:r>
              <a:rPr lang="en-US" sz="4000" dirty="0" smtClean="0">
                <a:effectLst/>
              </a:rPr>
              <a:t>  </a:t>
            </a:r>
            <a:r>
              <a:rPr lang="en-US" sz="4400" dirty="0" smtClean="0">
                <a:solidFill>
                  <a:schemeClr val="bg1"/>
                </a:solidFill>
                <a:effectLst/>
              </a:rPr>
              <a:t>This </a:t>
            </a:r>
            <a:r>
              <a:rPr lang="en-US" sz="4400" dirty="0">
                <a:solidFill>
                  <a:schemeClr val="bg1"/>
                </a:solidFill>
                <a:effectLst/>
              </a:rPr>
              <a:t>project is basically for students who are seeking admissions in different schools, colleges and universities. This product will serve as a non-profit organization which will provide single platform for students to get all the information about the leading universities. It will provide all the information about the admission procedures, faculty staff, fee structure and their study scheme. Moreover, books related to academics along with lecture notes will be available freely. Book Solutions will also be uploaded under the supervision of experts.</a:t>
            </a:r>
          </a:p>
        </p:txBody>
      </p:sp>
      <p:sp>
        <p:nvSpPr>
          <p:cNvPr id="34" name="Text Box 247"/>
          <p:cNvSpPr txBox="1">
            <a:spLocks noChangeArrowheads="1"/>
          </p:cNvSpPr>
          <p:nvPr/>
        </p:nvSpPr>
        <p:spPr bwMode="auto">
          <a:xfrm>
            <a:off x="1070899" y="16139865"/>
            <a:ext cx="12791794" cy="3662541"/>
          </a:xfrm>
          <a:prstGeom prst="rect">
            <a:avLst/>
          </a:prstGeom>
          <a:solidFill>
            <a:schemeClr val="bg2">
              <a:lumMod val="50000"/>
            </a:schemeClr>
          </a:solidFill>
          <a:ln w="57150" cmpd="thinThick">
            <a:noFill/>
            <a:miter lim="800000"/>
            <a:headEnd/>
            <a:tailEnd/>
          </a:ln>
          <a:effectLst/>
        </p:spPr>
        <p:txBody>
          <a:bodyPr wrap="square" lIns="182880" tIns="91440" rIns="182880" bIns="182880">
            <a:spAutoFit/>
          </a:bodyPr>
          <a:lstStyle>
            <a:lvl1pPr defTabSz="612775">
              <a:defRPr sz="2400">
                <a:solidFill>
                  <a:schemeClr val="tx1"/>
                </a:solidFill>
                <a:latin typeface="Times New Roman" pitchFamily="18" charset="0"/>
              </a:defRPr>
            </a:lvl1pPr>
            <a:lvl2pPr marL="685800" indent="-227013" defTabSz="612775">
              <a:defRPr sz="2400">
                <a:solidFill>
                  <a:schemeClr val="tx1"/>
                </a:solidFill>
                <a:latin typeface="Times New Roman" pitchFamily="18" charset="0"/>
              </a:defRPr>
            </a:lvl2pPr>
            <a:lvl3pPr marL="1143000" indent="-228600" defTabSz="612775">
              <a:defRPr sz="2400">
                <a:solidFill>
                  <a:schemeClr val="tx1"/>
                </a:solidFill>
                <a:latin typeface="Times New Roman" pitchFamily="18" charset="0"/>
              </a:defRPr>
            </a:lvl3pPr>
            <a:lvl4pPr marL="1600200" indent="-228600" defTabSz="612775">
              <a:defRPr sz="2400">
                <a:solidFill>
                  <a:schemeClr val="tx1"/>
                </a:solidFill>
                <a:latin typeface="Times New Roman" pitchFamily="18" charset="0"/>
              </a:defRPr>
            </a:lvl4pPr>
            <a:lvl5pPr marL="2057400" indent="-228600" defTabSz="612775">
              <a:defRPr sz="2400">
                <a:solidFill>
                  <a:schemeClr val="tx1"/>
                </a:solidFill>
                <a:latin typeface="Times New Roman" pitchFamily="18" charset="0"/>
              </a:defRPr>
            </a:lvl5pPr>
            <a:lvl6pPr marL="2514600" indent="-228600" defTabSz="612775" eaLnBrk="0" fontAlgn="base" hangingPunct="0">
              <a:spcBef>
                <a:spcPct val="0"/>
              </a:spcBef>
              <a:spcAft>
                <a:spcPct val="0"/>
              </a:spcAft>
              <a:defRPr sz="2400">
                <a:solidFill>
                  <a:schemeClr val="tx1"/>
                </a:solidFill>
                <a:latin typeface="Times New Roman" pitchFamily="18" charset="0"/>
              </a:defRPr>
            </a:lvl6pPr>
            <a:lvl7pPr marL="2971800" indent="-228600" defTabSz="612775" eaLnBrk="0" fontAlgn="base" hangingPunct="0">
              <a:spcBef>
                <a:spcPct val="0"/>
              </a:spcBef>
              <a:spcAft>
                <a:spcPct val="0"/>
              </a:spcAft>
              <a:defRPr sz="2400">
                <a:solidFill>
                  <a:schemeClr val="tx1"/>
                </a:solidFill>
                <a:latin typeface="Times New Roman" pitchFamily="18" charset="0"/>
              </a:defRPr>
            </a:lvl7pPr>
            <a:lvl8pPr marL="3429000" indent="-228600" defTabSz="612775" eaLnBrk="0" fontAlgn="base" hangingPunct="0">
              <a:spcBef>
                <a:spcPct val="0"/>
              </a:spcBef>
              <a:spcAft>
                <a:spcPct val="0"/>
              </a:spcAft>
              <a:defRPr sz="2400">
                <a:solidFill>
                  <a:schemeClr val="tx1"/>
                </a:solidFill>
                <a:latin typeface="Times New Roman" pitchFamily="18" charset="0"/>
              </a:defRPr>
            </a:lvl8pPr>
            <a:lvl9pPr marL="3886200" indent="-228600" defTabSz="612775" eaLnBrk="0" fontAlgn="base" hangingPunct="0">
              <a:spcBef>
                <a:spcPct val="0"/>
              </a:spcBef>
              <a:spcAft>
                <a:spcPct val="0"/>
              </a:spcAft>
              <a:defRPr sz="2400">
                <a:solidFill>
                  <a:schemeClr val="tx1"/>
                </a:solidFill>
                <a:latin typeface="Times New Roman" pitchFamily="18" charset="0"/>
              </a:defRPr>
            </a:lvl9pPr>
          </a:lstStyle>
          <a:p>
            <a:pPr algn="just"/>
            <a:r>
              <a:rPr lang="en-US" sz="4400" dirty="0">
                <a:solidFill>
                  <a:schemeClr val="bg1"/>
                </a:solidFill>
                <a:effectLst/>
              </a:rPr>
              <a:t>The main motivation is that students from other cities and foreign students can get all the information about different universities. It will save money and time. Moreover the students who can’t afford the books will be able to study them without paying to anyone. </a:t>
            </a:r>
          </a:p>
        </p:txBody>
      </p:sp>
      <p:grpSp>
        <p:nvGrpSpPr>
          <p:cNvPr id="35" name="Group 34"/>
          <p:cNvGrpSpPr/>
          <p:nvPr/>
        </p:nvGrpSpPr>
        <p:grpSpPr>
          <a:xfrm>
            <a:off x="1179756" y="5078335"/>
            <a:ext cx="12801600" cy="946293"/>
            <a:chOff x="1066799" y="5958162"/>
            <a:chExt cx="11007725" cy="946293"/>
          </a:xfrm>
          <a:solidFill>
            <a:schemeClr val="bg2">
              <a:lumMod val="25000"/>
            </a:schemeClr>
          </a:solidFill>
        </p:grpSpPr>
        <p:sp>
          <p:nvSpPr>
            <p:cNvPr id="36" name="Text Box 248"/>
            <p:cNvSpPr txBox="1">
              <a:spLocks noChangeArrowheads="1"/>
            </p:cNvSpPr>
            <p:nvPr/>
          </p:nvSpPr>
          <p:spPr bwMode="auto">
            <a:xfrm>
              <a:off x="1066799" y="5958162"/>
              <a:ext cx="11007725" cy="946293"/>
            </a:xfrm>
            <a:prstGeom prst="rect">
              <a:avLst/>
            </a:prstGeom>
            <a:grpFill/>
            <a:ln w="19050">
              <a:noFill/>
              <a:miter lim="800000"/>
              <a:headEnd/>
              <a:tailEnd/>
            </a:ln>
            <a:effec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zh-CN" sz="3600" b="1" dirty="0">
                <a:solidFill>
                  <a:prstClr val="black"/>
                </a:solidFill>
                <a:effectLst/>
                <a:latin typeface="Lucida Sans" pitchFamily="34" charset="0"/>
                <a:ea typeface="SimSun" pitchFamily="2" charset="-122"/>
                <a:cs typeface="Lucida Sans" pitchFamily="34" charset="0"/>
              </a:endParaRPr>
            </a:p>
          </p:txBody>
        </p:sp>
        <p:sp>
          <p:nvSpPr>
            <p:cNvPr id="37" name="Text Box 248"/>
            <p:cNvSpPr txBox="1">
              <a:spLocks noChangeArrowheads="1"/>
            </p:cNvSpPr>
            <p:nvPr/>
          </p:nvSpPr>
          <p:spPr bwMode="auto">
            <a:xfrm>
              <a:off x="1157514" y="6046588"/>
              <a:ext cx="10805886" cy="769441"/>
            </a:xfrm>
            <a:prstGeom prst="rect">
              <a:avLst/>
            </a:prstGeom>
            <a:grp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zh-CN" sz="4400" b="1" dirty="0">
                  <a:solidFill>
                    <a:prstClr val="white"/>
                  </a:solidFill>
                  <a:effectLst/>
                  <a:latin typeface="Lucida Sans" pitchFamily="34" charset="0"/>
                  <a:ea typeface="SimSun" pitchFamily="2" charset="-122"/>
                  <a:cs typeface="Lucida Sans" pitchFamily="34" charset="0"/>
                </a:rPr>
                <a:t>INTRODUCTION</a:t>
              </a:r>
              <a:endParaRPr lang="en-US" altLang="zh-CN" sz="3200" b="1" dirty="0">
                <a:solidFill>
                  <a:prstClr val="white"/>
                </a:solidFill>
                <a:effectLst/>
                <a:latin typeface="Lucida Sans" pitchFamily="34" charset="0"/>
                <a:ea typeface="SimSun" pitchFamily="2" charset="-122"/>
                <a:cs typeface="Lucida Sans" pitchFamily="34" charset="0"/>
              </a:endParaRPr>
            </a:p>
          </p:txBody>
        </p:sp>
      </p:grpSp>
      <p:sp>
        <p:nvSpPr>
          <p:cNvPr id="42" name="Text Box 258"/>
          <p:cNvSpPr txBox="1">
            <a:spLocks noChangeArrowheads="1"/>
          </p:cNvSpPr>
          <p:nvPr/>
        </p:nvSpPr>
        <p:spPr bwMode="auto">
          <a:xfrm>
            <a:off x="25261121" y="30426254"/>
            <a:ext cx="8751329" cy="4308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17961" dir="2700000" algn="ctr" rotWithShape="0">
                    <a:srgbClr val="FFFFFF"/>
                  </a:outerShdw>
                </a:effectLst>
              </a14:hiddenEffects>
            </a:ext>
          </a:extLst>
        </p:spPr>
        <p:txBody>
          <a:bodyPr wrap="square" lIns="0" rIns="0">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spcBef>
                <a:spcPct val="50000"/>
              </a:spcBef>
            </a:pPr>
            <a:endParaRPr lang="en-AU" sz="2200" i="1" dirty="0">
              <a:solidFill>
                <a:srgbClr val="EA157A">
                  <a:lumMod val="50000"/>
                </a:srgbClr>
              </a:solidFill>
              <a:effectLst/>
              <a:latin typeface="Arial" charset="0"/>
            </a:endParaRPr>
          </a:p>
        </p:txBody>
      </p:sp>
      <p:sp>
        <p:nvSpPr>
          <p:cNvPr id="51" name="Text Box 246"/>
          <p:cNvSpPr txBox="1">
            <a:spLocks noChangeArrowheads="1"/>
          </p:cNvSpPr>
          <p:nvPr/>
        </p:nvSpPr>
        <p:spPr bwMode="auto">
          <a:xfrm>
            <a:off x="25545158" y="24666921"/>
            <a:ext cx="9445855" cy="7725192"/>
          </a:xfrm>
          <a:prstGeom prst="rect">
            <a:avLst/>
          </a:prstGeom>
          <a:solidFill>
            <a:schemeClr val="bg2">
              <a:lumMod val="50000"/>
            </a:schemeClr>
          </a:solidFill>
          <a:ln w="57150" cmpd="thinThick">
            <a:noFill/>
            <a:miter lim="800000"/>
            <a:headEnd/>
            <a:tailEnd/>
          </a:ln>
          <a:effectLst/>
        </p:spPr>
        <p:txBody>
          <a:bodyPr wrap="square" lIns="182880" tIns="91440" rIns="182880" bIns="182880">
            <a:spAutoFit/>
          </a:bodyPr>
          <a:lstStyle>
            <a:lvl1pPr marL="457200" indent="-457200" defTabSz="2154238">
              <a:defRPr sz="2400">
                <a:solidFill>
                  <a:schemeClr val="tx1"/>
                </a:solidFill>
                <a:latin typeface="Times New Roman" pitchFamily="18" charset="0"/>
              </a:defRPr>
            </a:lvl1pPr>
            <a:lvl2pPr marL="742950" indent="-285750" defTabSz="2154238">
              <a:defRPr sz="2400">
                <a:solidFill>
                  <a:schemeClr val="tx1"/>
                </a:solidFill>
                <a:latin typeface="Times New Roman" pitchFamily="18" charset="0"/>
              </a:defRPr>
            </a:lvl2pPr>
            <a:lvl3pPr marL="1143000" indent="-228600" defTabSz="2154238">
              <a:defRPr sz="2400">
                <a:solidFill>
                  <a:schemeClr val="tx1"/>
                </a:solidFill>
                <a:latin typeface="Times New Roman" pitchFamily="18" charset="0"/>
              </a:defRPr>
            </a:lvl3pPr>
            <a:lvl4pPr marL="1600200" indent="-228600" defTabSz="2154238">
              <a:defRPr sz="2400">
                <a:solidFill>
                  <a:schemeClr val="tx1"/>
                </a:solidFill>
                <a:latin typeface="Times New Roman" pitchFamily="18" charset="0"/>
              </a:defRPr>
            </a:lvl4pPr>
            <a:lvl5pPr marL="2057400" indent="-228600" defTabSz="2154238">
              <a:defRPr sz="2400">
                <a:solidFill>
                  <a:schemeClr val="tx1"/>
                </a:solidFill>
                <a:latin typeface="Times New Roman" pitchFamily="18" charset="0"/>
              </a:defRPr>
            </a:lvl5pPr>
            <a:lvl6pPr marL="2514600" indent="-228600" defTabSz="2154238" eaLnBrk="0" fontAlgn="base" hangingPunct="0">
              <a:spcBef>
                <a:spcPct val="0"/>
              </a:spcBef>
              <a:spcAft>
                <a:spcPct val="0"/>
              </a:spcAft>
              <a:defRPr sz="2400">
                <a:solidFill>
                  <a:schemeClr val="tx1"/>
                </a:solidFill>
                <a:latin typeface="Times New Roman" pitchFamily="18" charset="0"/>
              </a:defRPr>
            </a:lvl6pPr>
            <a:lvl7pPr marL="2971800" indent="-228600" defTabSz="2154238" eaLnBrk="0" fontAlgn="base" hangingPunct="0">
              <a:spcBef>
                <a:spcPct val="0"/>
              </a:spcBef>
              <a:spcAft>
                <a:spcPct val="0"/>
              </a:spcAft>
              <a:defRPr sz="2400">
                <a:solidFill>
                  <a:schemeClr val="tx1"/>
                </a:solidFill>
                <a:latin typeface="Times New Roman" pitchFamily="18" charset="0"/>
              </a:defRPr>
            </a:lvl7pPr>
            <a:lvl8pPr marL="3429000" indent="-228600" defTabSz="2154238" eaLnBrk="0" fontAlgn="base" hangingPunct="0">
              <a:spcBef>
                <a:spcPct val="0"/>
              </a:spcBef>
              <a:spcAft>
                <a:spcPct val="0"/>
              </a:spcAft>
              <a:defRPr sz="2400">
                <a:solidFill>
                  <a:schemeClr val="tx1"/>
                </a:solidFill>
                <a:latin typeface="Times New Roman" pitchFamily="18" charset="0"/>
              </a:defRPr>
            </a:lvl8pPr>
            <a:lvl9pPr marL="3886200" indent="-228600" defTabSz="2154238" eaLnBrk="0" fontAlgn="base" hangingPunct="0">
              <a:spcBef>
                <a:spcPct val="0"/>
              </a:spcBef>
              <a:spcAft>
                <a:spcPct val="0"/>
              </a:spcAft>
              <a:defRPr sz="2400">
                <a:solidFill>
                  <a:schemeClr val="tx1"/>
                </a:solidFill>
                <a:latin typeface="Times New Roman" pitchFamily="18" charset="0"/>
              </a:defRPr>
            </a:lvl9pPr>
          </a:lstStyle>
          <a:p>
            <a:pPr algn="just"/>
            <a:r>
              <a:rPr lang="en-US" sz="4400" dirty="0" smtClean="0">
                <a:solidFill>
                  <a:schemeClr val="bg1"/>
                </a:solidFill>
                <a:effectLst/>
              </a:rPr>
              <a:t>   This </a:t>
            </a:r>
            <a:r>
              <a:rPr lang="en-US" sz="4400" dirty="0">
                <a:solidFill>
                  <a:schemeClr val="bg1"/>
                </a:solidFill>
                <a:effectLst/>
              </a:rPr>
              <a:t>product will serve as a non-profit organization which will provide single platform to students to get all the </a:t>
            </a:r>
            <a:r>
              <a:rPr lang="en-US" sz="4400" dirty="0" smtClean="0">
                <a:solidFill>
                  <a:schemeClr val="bg1"/>
                </a:solidFill>
                <a:effectLst/>
              </a:rPr>
              <a:t>information about </a:t>
            </a:r>
            <a:r>
              <a:rPr lang="en-US" sz="4400" dirty="0">
                <a:solidFill>
                  <a:schemeClr val="bg1"/>
                </a:solidFill>
                <a:effectLst/>
              </a:rPr>
              <a:t>the leading universities. The system will give the best guidelines to the students so that they can choose their institute according to their needs. This product will also allow users to upload and download free books and lecture notes of the programs of their choice.</a:t>
            </a:r>
          </a:p>
        </p:txBody>
      </p:sp>
      <p:sp>
        <p:nvSpPr>
          <p:cNvPr id="53" name="Text Box 263"/>
          <p:cNvSpPr txBox="1">
            <a:spLocks noChangeArrowheads="1"/>
          </p:cNvSpPr>
          <p:nvPr/>
        </p:nvSpPr>
        <p:spPr bwMode="auto">
          <a:xfrm>
            <a:off x="35276295" y="6347693"/>
            <a:ext cx="12801600" cy="3583225"/>
          </a:xfrm>
          <a:prstGeom prst="rect">
            <a:avLst/>
          </a:prstGeom>
          <a:solidFill>
            <a:schemeClr val="bg2">
              <a:lumMod val="50000"/>
            </a:schemeClr>
          </a:solidFill>
          <a:ln w="57150" cmpd="thinThick">
            <a:noFill/>
            <a:miter lim="800000"/>
            <a:headEnd/>
            <a:tailEnd/>
          </a:ln>
          <a:effectLst/>
        </p:spPr>
        <p:txBody>
          <a:bodyPr wrap="square" lIns="182880" tIns="91440" rIns="182880" bIns="182880">
            <a:spAutoFit/>
          </a:bodyPr>
          <a:lstStyle>
            <a:lvl1pPr>
              <a:defRPr sz="2400">
                <a:solidFill>
                  <a:schemeClr val="tx1"/>
                </a:solidFill>
                <a:latin typeface="Times New Roman" pitchFamily="18" charset="0"/>
              </a:defRPr>
            </a:lvl1pPr>
            <a:lvl2pPr marL="685800" indent="-22860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742950" indent="-742950">
              <a:lnSpc>
                <a:spcPct val="125000"/>
              </a:lnSpc>
              <a:buFont typeface="+mj-lt"/>
              <a:buAutoNum type="arabicPeriod"/>
            </a:pPr>
            <a:r>
              <a:rPr lang="en-US" sz="4400" dirty="0" smtClean="0">
                <a:solidFill>
                  <a:schemeClr val="bg1"/>
                </a:solidFill>
                <a:effectLst/>
              </a:rPr>
              <a:t>Extensive research to gather information about the leading  universities.</a:t>
            </a:r>
          </a:p>
          <a:p>
            <a:pPr marL="742950" indent="-742950">
              <a:lnSpc>
                <a:spcPct val="125000"/>
              </a:lnSpc>
              <a:buFont typeface="+mj-lt"/>
              <a:buAutoNum type="arabicPeriod"/>
            </a:pPr>
            <a:r>
              <a:rPr lang="en-US" sz="4400" dirty="0">
                <a:solidFill>
                  <a:schemeClr val="bg1"/>
                </a:solidFill>
                <a:effectLst/>
              </a:rPr>
              <a:t>Ranking of the universities on the basis of user’s </a:t>
            </a:r>
            <a:r>
              <a:rPr lang="en-US" sz="4400" dirty="0" smtClean="0">
                <a:solidFill>
                  <a:schemeClr val="bg1"/>
                </a:solidFill>
                <a:effectLst/>
              </a:rPr>
              <a:t>reviews.</a:t>
            </a:r>
            <a:endParaRPr lang="en-US" sz="4400" dirty="0">
              <a:solidFill>
                <a:schemeClr val="bg1"/>
              </a:solidFill>
              <a:effectLst/>
            </a:endParaRPr>
          </a:p>
        </p:txBody>
      </p:sp>
      <p:sp>
        <p:nvSpPr>
          <p:cNvPr id="65" name="Text Box 246"/>
          <p:cNvSpPr txBox="1">
            <a:spLocks noChangeArrowheads="1"/>
          </p:cNvSpPr>
          <p:nvPr/>
        </p:nvSpPr>
        <p:spPr bwMode="auto">
          <a:xfrm>
            <a:off x="1031910" y="21636083"/>
            <a:ext cx="12791794" cy="6370975"/>
          </a:xfrm>
          <a:prstGeom prst="rect">
            <a:avLst/>
          </a:prstGeom>
          <a:solidFill>
            <a:schemeClr val="bg2">
              <a:lumMod val="50000"/>
            </a:schemeClr>
          </a:solidFill>
          <a:ln w="57150" cmpd="thinThick">
            <a:noFill/>
            <a:miter lim="800000"/>
            <a:headEnd/>
            <a:tailEnd/>
          </a:ln>
          <a:effectLst/>
        </p:spPr>
        <p:txBody>
          <a:bodyPr wrap="square" lIns="182880" tIns="91440" rIns="182880" bIns="182880">
            <a:spAutoFit/>
          </a:bodyPr>
          <a:lstStyle>
            <a:lvl1pPr marL="457200" indent="-457200" defTabSz="2154238">
              <a:defRPr sz="2400">
                <a:solidFill>
                  <a:schemeClr val="tx1"/>
                </a:solidFill>
                <a:latin typeface="Times New Roman" pitchFamily="18" charset="0"/>
              </a:defRPr>
            </a:lvl1pPr>
            <a:lvl2pPr marL="742950" indent="-285750" defTabSz="2154238">
              <a:defRPr sz="2400">
                <a:solidFill>
                  <a:schemeClr val="tx1"/>
                </a:solidFill>
                <a:latin typeface="Times New Roman" pitchFamily="18" charset="0"/>
              </a:defRPr>
            </a:lvl2pPr>
            <a:lvl3pPr marL="1143000" indent="-228600" defTabSz="2154238">
              <a:defRPr sz="2400">
                <a:solidFill>
                  <a:schemeClr val="tx1"/>
                </a:solidFill>
                <a:latin typeface="Times New Roman" pitchFamily="18" charset="0"/>
              </a:defRPr>
            </a:lvl3pPr>
            <a:lvl4pPr marL="1600200" indent="-228600" defTabSz="2154238">
              <a:defRPr sz="2400">
                <a:solidFill>
                  <a:schemeClr val="tx1"/>
                </a:solidFill>
                <a:latin typeface="Times New Roman" pitchFamily="18" charset="0"/>
              </a:defRPr>
            </a:lvl4pPr>
            <a:lvl5pPr marL="2057400" indent="-228600" defTabSz="2154238">
              <a:defRPr sz="2400">
                <a:solidFill>
                  <a:schemeClr val="tx1"/>
                </a:solidFill>
                <a:latin typeface="Times New Roman" pitchFamily="18" charset="0"/>
              </a:defRPr>
            </a:lvl5pPr>
            <a:lvl6pPr marL="2514600" indent="-228600" defTabSz="2154238" eaLnBrk="0" fontAlgn="base" hangingPunct="0">
              <a:spcBef>
                <a:spcPct val="0"/>
              </a:spcBef>
              <a:spcAft>
                <a:spcPct val="0"/>
              </a:spcAft>
              <a:defRPr sz="2400">
                <a:solidFill>
                  <a:schemeClr val="tx1"/>
                </a:solidFill>
                <a:latin typeface="Times New Roman" pitchFamily="18" charset="0"/>
              </a:defRPr>
            </a:lvl6pPr>
            <a:lvl7pPr marL="2971800" indent="-228600" defTabSz="2154238" eaLnBrk="0" fontAlgn="base" hangingPunct="0">
              <a:spcBef>
                <a:spcPct val="0"/>
              </a:spcBef>
              <a:spcAft>
                <a:spcPct val="0"/>
              </a:spcAft>
              <a:defRPr sz="2400">
                <a:solidFill>
                  <a:schemeClr val="tx1"/>
                </a:solidFill>
                <a:latin typeface="Times New Roman" pitchFamily="18" charset="0"/>
              </a:defRPr>
            </a:lvl7pPr>
            <a:lvl8pPr marL="3429000" indent="-228600" defTabSz="2154238" eaLnBrk="0" fontAlgn="base" hangingPunct="0">
              <a:spcBef>
                <a:spcPct val="0"/>
              </a:spcBef>
              <a:spcAft>
                <a:spcPct val="0"/>
              </a:spcAft>
              <a:defRPr sz="2400">
                <a:solidFill>
                  <a:schemeClr val="tx1"/>
                </a:solidFill>
                <a:latin typeface="Times New Roman" pitchFamily="18" charset="0"/>
              </a:defRPr>
            </a:lvl8pPr>
            <a:lvl9pPr marL="3886200" indent="-228600" defTabSz="2154238" eaLnBrk="0" fontAlgn="base" hangingPunct="0">
              <a:spcBef>
                <a:spcPct val="0"/>
              </a:spcBef>
              <a:spcAft>
                <a:spcPct val="0"/>
              </a:spcAft>
              <a:defRPr sz="2400">
                <a:solidFill>
                  <a:schemeClr val="tx1"/>
                </a:solidFill>
                <a:latin typeface="Times New Roman" pitchFamily="18" charset="0"/>
              </a:defRPr>
            </a:lvl9pPr>
          </a:lstStyle>
          <a:p>
            <a:pPr marL="0" indent="0" algn="just"/>
            <a:r>
              <a:rPr lang="en-US" sz="4400" dirty="0">
                <a:solidFill>
                  <a:schemeClr val="bg1"/>
                </a:solidFill>
                <a:effectLst/>
              </a:rPr>
              <a:t>This product is for the facilitation of students who are confused to choose between different universities to boost their career. This product will help student to choose the institute which is best for them according to their needs. No one should suffer because of lack of information or lack of resources. And that will lead us to our main objective of building a non-profit organization which guide students to select what’s best for them.</a:t>
            </a:r>
          </a:p>
        </p:txBody>
      </p:sp>
      <p:sp>
        <p:nvSpPr>
          <p:cNvPr id="68" name="Text Box 248"/>
          <p:cNvSpPr txBox="1">
            <a:spLocks noChangeArrowheads="1"/>
          </p:cNvSpPr>
          <p:nvPr/>
        </p:nvSpPr>
        <p:spPr bwMode="auto">
          <a:xfrm>
            <a:off x="1035763" y="20334524"/>
            <a:ext cx="12707502" cy="769441"/>
          </a:xfrm>
          <a:prstGeom prst="rect">
            <a:avLst/>
          </a:prstGeom>
          <a:solidFill>
            <a:schemeClr val="bg2">
              <a:lumMod val="25000"/>
            </a:schemeClr>
          </a:solid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zh-CN" sz="4400" b="1" dirty="0">
                <a:solidFill>
                  <a:prstClr val="white"/>
                </a:solidFill>
                <a:effectLst/>
                <a:latin typeface="Lucida Sans" pitchFamily="34" charset="0"/>
                <a:ea typeface="SimSun" pitchFamily="2" charset="-122"/>
                <a:cs typeface="Lucida Sans" pitchFamily="34" charset="0"/>
              </a:rPr>
              <a:t>OBJECTIVES</a:t>
            </a:r>
            <a:endParaRPr lang="en-US" altLang="zh-CN" sz="3200" b="1" dirty="0">
              <a:solidFill>
                <a:prstClr val="white"/>
              </a:solidFill>
              <a:effectLst/>
              <a:latin typeface="Lucida Sans" pitchFamily="34" charset="0"/>
              <a:ea typeface="SimSun" pitchFamily="2" charset="-122"/>
              <a:cs typeface="Lucida Sans" pitchFamily="34" charset="0"/>
            </a:endParaRPr>
          </a:p>
        </p:txBody>
      </p:sp>
      <p:pic>
        <p:nvPicPr>
          <p:cNvPr id="2052" name="Picture 4" descr="https://upload.wikimedia.org/wikipedia/en/thumb/f/fa/COMSATS_Logo.svg/300px-COMSATS_Logo.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685800"/>
            <a:ext cx="3576598" cy="3576598"/>
          </a:xfrm>
          <a:prstGeom prst="rect">
            <a:avLst/>
          </a:prstGeom>
          <a:noFill/>
          <a:extLst>
            <a:ext uri="{909E8E84-426E-40dd-AFC4-6F175D3DCCD1}">
              <a14:hiddenFill xmlns="" xmlns:a14="http://schemas.microsoft.com/office/drawing/2010/main">
                <a:solidFill>
                  <a:srgbClr val="FFFFFF"/>
                </a:solidFill>
              </a14:hiddenFill>
            </a:ext>
          </a:extLst>
        </p:spPr>
      </p:pic>
      <p:sp>
        <p:nvSpPr>
          <p:cNvPr id="7" name="TextBox 6"/>
          <p:cNvSpPr txBox="1"/>
          <p:nvPr/>
        </p:nvSpPr>
        <p:spPr>
          <a:xfrm>
            <a:off x="6413294" y="23623139"/>
            <a:ext cx="184666" cy="461665"/>
          </a:xfrm>
          <a:prstGeom prst="rect">
            <a:avLst/>
          </a:prstGeom>
          <a:noFill/>
        </p:spPr>
        <p:txBody>
          <a:bodyPr wrap="none" rtlCol="0">
            <a:spAutoFit/>
          </a:bodyPr>
          <a:lstStyle/>
          <a:p>
            <a:endParaRPr lang="en-US" dirty="0"/>
          </a:p>
        </p:txBody>
      </p:sp>
      <p:grpSp>
        <p:nvGrpSpPr>
          <p:cNvPr id="64" name="Group 63"/>
          <p:cNvGrpSpPr/>
          <p:nvPr/>
        </p:nvGrpSpPr>
        <p:grpSpPr>
          <a:xfrm>
            <a:off x="1070899" y="14740548"/>
            <a:ext cx="12801600" cy="946293"/>
            <a:chOff x="1066799" y="5958162"/>
            <a:chExt cx="11007725" cy="946293"/>
          </a:xfrm>
          <a:solidFill>
            <a:schemeClr val="bg2">
              <a:lumMod val="25000"/>
            </a:schemeClr>
          </a:solidFill>
        </p:grpSpPr>
        <p:sp>
          <p:nvSpPr>
            <p:cNvPr id="72" name="Text Box 248"/>
            <p:cNvSpPr txBox="1">
              <a:spLocks noChangeArrowheads="1"/>
            </p:cNvSpPr>
            <p:nvPr/>
          </p:nvSpPr>
          <p:spPr bwMode="auto">
            <a:xfrm>
              <a:off x="1066799" y="5958162"/>
              <a:ext cx="11007725" cy="946293"/>
            </a:xfrm>
            <a:prstGeom prst="rect">
              <a:avLst/>
            </a:prstGeom>
            <a:grpFill/>
            <a:ln w="19050">
              <a:noFill/>
              <a:miter lim="800000"/>
              <a:headEnd/>
              <a:tailEnd/>
            </a:ln>
            <a:effec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endParaRPr lang="en-US" altLang="zh-CN" sz="3600" b="1" dirty="0">
                <a:solidFill>
                  <a:prstClr val="black"/>
                </a:solidFill>
                <a:effectLst/>
                <a:latin typeface="Lucida Sans" pitchFamily="34" charset="0"/>
                <a:ea typeface="SimSun" pitchFamily="2" charset="-122"/>
                <a:cs typeface="Lucida Sans" pitchFamily="34" charset="0"/>
              </a:endParaRPr>
            </a:p>
          </p:txBody>
        </p:sp>
        <p:sp>
          <p:nvSpPr>
            <p:cNvPr id="73" name="Text Box 248"/>
            <p:cNvSpPr txBox="1">
              <a:spLocks noChangeArrowheads="1"/>
            </p:cNvSpPr>
            <p:nvPr/>
          </p:nvSpPr>
          <p:spPr bwMode="auto">
            <a:xfrm>
              <a:off x="1157514" y="6046588"/>
              <a:ext cx="10805886" cy="769441"/>
            </a:xfrm>
            <a:prstGeom prst="rect">
              <a:avLst/>
            </a:prstGeom>
            <a:grp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zh-CN" sz="4400" b="1" dirty="0">
                  <a:solidFill>
                    <a:prstClr val="white"/>
                  </a:solidFill>
                  <a:effectLst/>
                  <a:latin typeface="Lucida Sans" pitchFamily="34" charset="0"/>
                  <a:ea typeface="SimSun" pitchFamily="2" charset="-122"/>
                  <a:cs typeface="Lucida Sans" pitchFamily="34" charset="0"/>
                </a:rPr>
                <a:t>MOTIVATIONS</a:t>
              </a:r>
              <a:endParaRPr lang="en-US" altLang="zh-CN" sz="3200" b="1" dirty="0">
                <a:solidFill>
                  <a:prstClr val="white"/>
                </a:solidFill>
                <a:effectLst/>
                <a:latin typeface="Lucida Sans" pitchFamily="34" charset="0"/>
                <a:ea typeface="SimSun" pitchFamily="2" charset="-122"/>
                <a:cs typeface="Lucida Sans" pitchFamily="34" charset="0"/>
              </a:endParaRPr>
            </a:p>
          </p:txBody>
        </p:sp>
      </p:grpSp>
      <p:sp>
        <p:nvSpPr>
          <p:cNvPr id="10" name="TextBox 9"/>
          <p:cNvSpPr txBox="1"/>
          <p:nvPr/>
        </p:nvSpPr>
        <p:spPr>
          <a:xfrm>
            <a:off x="37273302" y="5651773"/>
            <a:ext cx="184666" cy="461665"/>
          </a:xfrm>
          <a:prstGeom prst="rect">
            <a:avLst/>
          </a:prstGeom>
          <a:noFill/>
        </p:spPr>
        <p:txBody>
          <a:bodyPr wrap="none" rtlCol="0">
            <a:spAutoFit/>
          </a:bodyPr>
          <a:lstStyle/>
          <a:p>
            <a:endParaRPr lang="en-US" dirty="0"/>
          </a:p>
        </p:txBody>
      </p:sp>
      <p:sp>
        <p:nvSpPr>
          <p:cNvPr id="74" name="Text Box 248"/>
          <p:cNvSpPr txBox="1">
            <a:spLocks noChangeArrowheads="1"/>
          </p:cNvSpPr>
          <p:nvPr/>
        </p:nvSpPr>
        <p:spPr bwMode="auto">
          <a:xfrm>
            <a:off x="35204400" y="5180741"/>
            <a:ext cx="12801600" cy="769441"/>
          </a:xfrm>
          <a:prstGeom prst="rect">
            <a:avLst/>
          </a:prstGeom>
          <a:solidFill>
            <a:schemeClr val="bg2">
              <a:lumMod val="25000"/>
            </a:schemeClr>
          </a:solid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CN" sz="4400" b="1" dirty="0">
                <a:solidFill>
                  <a:prstClr val="white"/>
                </a:solidFill>
                <a:effectLst/>
                <a:latin typeface="Lucida Sans" pitchFamily="34" charset="0"/>
                <a:ea typeface="SimSun" pitchFamily="2" charset="-122"/>
                <a:cs typeface="Lucida Sans" pitchFamily="34" charset="0"/>
              </a:rPr>
              <a:t>                   </a:t>
            </a:r>
            <a:r>
              <a:rPr lang="en-US" altLang="zh-CN" sz="4400" b="1" dirty="0" smtClean="0">
                <a:solidFill>
                  <a:prstClr val="white"/>
                </a:solidFill>
                <a:effectLst/>
                <a:latin typeface="Lucida Sans" pitchFamily="34" charset="0"/>
                <a:ea typeface="SimSun" pitchFamily="2" charset="-122"/>
                <a:cs typeface="Lucida Sans" pitchFamily="34" charset="0"/>
              </a:rPr>
              <a:t>OUR </a:t>
            </a:r>
            <a:r>
              <a:rPr lang="en-US" altLang="zh-CN" sz="4400" b="1" dirty="0">
                <a:solidFill>
                  <a:prstClr val="white"/>
                </a:solidFill>
                <a:effectLst/>
                <a:latin typeface="Lucida Sans" pitchFamily="34" charset="0"/>
                <a:ea typeface="SimSun" pitchFamily="2" charset="-122"/>
                <a:cs typeface="Lucida Sans" pitchFamily="34" charset="0"/>
              </a:rPr>
              <a:t>CONTRIBUTION</a:t>
            </a:r>
            <a:endParaRPr lang="en-US" altLang="zh-CN" sz="3600" b="1" dirty="0">
              <a:solidFill>
                <a:prstClr val="black"/>
              </a:solidFill>
              <a:effectLst/>
              <a:latin typeface="Lucida Sans" pitchFamily="34" charset="0"/>
              <a:ea typeface="SimSun" pitchFamily="2" charset="-122"/>
              <a:cs typeface="Lucida Sans" pitchFamily="34" charset="0"/>
            </a:endParaRPr>
          </a:p>
        </p:txBody>
      </p:sp>
      <p:sp>
        <p:nvSpPr>
          <p:cNvPr id="38" name="Text Box 248"/>
          <p:cNvSpPr txBox="1">
            <a:spLocks noChangeArrowheads="1"/>
          </p:cNvSpPr>
          <p:nvPr/>
        </p:nvSpPr>
        <p:spPr bwMode="auto">
          <a:xfrm>
            <a:off x="14765342" y="5149707"/>
            <a:ext cx="19299119" cy="769441"/>
          </a:xfrm>
          <a:prstGeom prst="rect">
            <a:avLst/>
          </a:prstGeom>
          <a:solidFill>
            <a:schemeClr val="bg2">
              <a:lumMod val="25000"/>
            </a:schemeClr>
          </a:solid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zh-CN" sz="4400" b="1" dirty="0">
                <a:solidFill>
                  <a:prstClr val="white"/>
                </a:solidFill>
                <a:effectLst/>
                <a:latin typeface="Lucida Sans" pitchFamily="34" charset="0"/>
                <a:ea typeface="SimSun" pitchFamily="2" charset="-122"/>
                <a:cs typeface="Lucida Sans" pitchFamily="34" charset="0"/>
              </a:rPr>
              <a:t>IMPLEMENTATION</a:t>
            </a:r>
            <a:endParaRPr lang="en-US" altLang="zh-CN" sz="3200" b="1" dirty="0">
              <a:solidFill>
                <a:prstClr val="white"/>
              </a:solidFill>
              <a:effectLst/>
              <a:latin typeface="Lucida Sans" pitchFamily="34" charset="0"/>
              <a:ea typeface="SimSun" pitchFamily="2" charset="-122"/>
              <a:cs typeface="Lucida Sans" pitchFamily="34" charset="0"/>
            </a:endParaRPr>
          </a:p>
        </p:txBody>
      </p:sp>
      <p:sp>
        <p:nvSpPr>
          <p:cNvPr id="48" name="Text Box 248">
            <a:extLst>
              <a:ext uri="{FF2B5EF4-FFF2-40B4-BE49-F238E27FC236}">
                <a16:creationId xmlns:a16="http://schemas.microsoft.com/office/drawing/2014/main" id="{27B56FB0-AB35-4905-BB48-A01C7F926FD0}"/>
              </a:ext>
            </a:extLst>
          </p:cNvPr>
          <p:cNvSpPr txBox="1">
            <a:spLocks noChangeArrowheads="1"/>
          </p:cNvSpPr>
          <p:nvPr/>
        </p:nvSpPr>
        <p:spPr bwMode="auto">
          <a:xfrm>
            <a:off x="14754310" y="15686841"/>
            <a:ext cx="19501987" cy="769441"/>
          </a:xfrm>
          <a:prstGeom prst="rect">
            <a:avLst/>
          </a:prstGeom>
          <a:solidFill>
            <a:schemeClr val="bg2">
              <a:lumMod val="25000"/>
            </a:schemeClr>
          </a:solid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zh-CN" sz="4400" b="1" dirty="0" smtClean="0">
                <a:solidFill>
                  <a:prstClr val="white"/>
                </a:solidFill>
                <a:effectLst/>
                <a:latin typeface="Lucida Sans" pitchFamily="34" charset="0"/>
                <a:ea typeface="SimSun" pitchFamily="2" charset="-122"/>
                <a:cs typeface="Lucida Sans" pitchFamily="34" charset="0"/>
              </a:rPr>
              <a:t>FLOW CHART </a:t>
            </a:r>
            <a:endParaRPr lang="en-US" altLang="zh-CN" sz="3200" b="1" dirty="0">
              <a:solidFill>
                <a:prstClr val="white"/>
              </a:solidFill>
              <a:effectLst/>
              <a:latin typeface="Lucida Sans" pitchFamily="34" charset="0"/>
              <a:ea typeface="SimSun" pitchFamily="2" charset="-122"/>
              <a:cs typeface="Lucida Sans" pitchFamily="34" charset="0"/>
            </a:endParaRPr>
          </a:p>
        </p:txBody>
      </p:sp>
      <p:sp>
        <p:nvSpPr>
          <p:cNvPr id="8" name="AutoShape 4">
            <a:extLst>
              <a:ext uri="{FF2B5EF4-FFF2-40B4-BE49-F238E27FC236}">
                <a16:creationId xmlns:a16="http://schemas.microsoft.com/office/drawing/2014/main" id="{A80D51A2-4C99-4E78-8A8A-5CF7934F972E}"/>
              </a:ext>
            </a:extLst>
          </p:cNvPr>
          <p:cNvSpPr>
            <a:spLocks noChangeAspect="1" noChangeArrowheads="1"/>
          </p:cNvSpPr>
          <p:nvPr/>
        </p:nvSpPr>
        <p:spPr bwMode="auto">
          <a:xfrm>
            <a:off x="24536400" y="1630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 name="Text Box 248">
            <a:extLst>
              <a:ext uri="{FF2B5EF4-FFF2-40B4-BE49-F238E27FC236}">
                <a16:creationId xmlns:a16="http://schemas.microsoft.com/office/drawing/2014/main" id="{C1C108B0-D007-47C1-84AE-5C94C4E7408F}"/>
              </a:ext>
            </a:extLst>
          </p:cNvPr>
          <p:cNvSpPr txBox="1">
            <a:spLocks noChangeArrowheads="1"/>
          </p:cNvSpPr>
          <p:nvPr/>
        </p:nvSpPr>
        <p:spPr bwMode="auto">
          <a:xfrm>
            <a:off x="1115892" y="28539176"/>
            <a:ext cx="12508759" cy="798953"/>
          </a:xfrm>
          <a:prstGeom prst="rect">
            <a:avLst/>
          </a:prstGeom>
          <a:solidFill>
            <a:schemeClr val="bg2">
              <a:lumMod val="25000"/>
            </a:schemeClr>
          </a:solid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zh-CN" sz="4400" b="1" dirty="0">
                <a:solidFill>
                  <a:prstClr val="white"/>
                </a:solidFill>
                <a:effectLst/>
                <a:latin typeface="Lucida Sans" pitchFamily="34" charset="0"/>
                <a:ea typeface="SimSun" pitchFamily="2" charset="-122"/>
                <a:cs typeface="Lucida Sans" pitchFamily="34" charset="0"/>
              </a:rPr>
              <a:t>TOOLS AND TECHNIQUES</a:t>
            </a:r>
            <a:endParaRPr lang="en-US" altLang="zh-CN" sz="3200" b="1" dirty="0">
              <a:solidFill>
                <a:prstClr val="white"/>
              </a:solidFill>
              <a:effectLst/>
              <a:latin typeface="Lucida Sans" pitchFamily="34" charset="0"/>
              <a:ea typeface="SimSun" pitchFamily="2" charset="-122"/>
              <a:cs typeface="Lucida Sans" pitchFamily="34" charset="0"/>
            </a:endParaRPr>
          </a:p>
        </p:txBody>
      </p:sp>
      <p:sp>
        <p:nvSpPr>
          <p:cNvPr id="57" name="TextBox 56">
            <a:extLst>
              <a:ext uri="{FF2B5EF4-FFF2-40B4-BE49-F238E27FC236}">
                <a16:creationId xmlns:a16="http://schemas.microsoft.com/office/drawing/2014/main" id="{3191C6E0-61BD-40CA-9F1E-DF21C71B0405}"/>
              </a:ext>
            </a:extLst>
          </p:cNvPr>
          <p:cNvSpPr txBox="1"/>
          <p:nvPr/>
        </p:nvSpPr>
        <p:spPr>
          <a:xfrm>
            <a:off x="1031910" y="29837568"/>
            <a:ext cx="12592741" cy="2554545"/>
          </a:xfrm>
          <a:prstGeom prst="rect">
            <a:avLst/>
          </a:prstGeom>
          <a:solidFill>
            <a:schemeClr val="bg2">
              <a:lumMod val="50000"/>
            </a:schemeClr>
          </a:solidFill>
        </p:spPr>
        <p:txBody>
          <a:bodyPr wrap="square" rtlCol="0">
            <a:spAutoFit/>
          </a:bodyPr>
          <a:lstStyle/>
          <a:p>
            <a:pPr marL="1657350" lvl="2" indent="-742950" algn="just">
              <a:buFont typeface="+mj-lt"/>
              <a:buAutoNum type="arabicPeriod"/>
            </a:pPr>
            <a:r>
              <a:rPr lang="en-US" sz="4400" dirty="0">
                <a:solidFill>
                  <a:schemeClr val="bg1"/>
                </a:solidFill>
                <a:effectLst/>
              </a:rPr>
              <a:t>C#,HTML, CSS,BOOTSTRAP</a:t>
            </a:r>
          </a:p>
          <a:p>
            <a:pPr marL="1657350" lvl="2" indent="-742950" algn="just">
              <a:buFont typeface="+mj-lt"/>
              <a:buAutoNum type="arabicPeriod"/>
            </a:pPr>
            <a:r>
              <a:rPr lang="en-US" sz="4400" dirty="0">
                <a:solidFill>
                  <a:schemeClr val="bg1"/>
                </a:solidFill>
                <a:effectLst/>
              </a:rPr>
              <a:t>ASP.NET</a:t>
            </a:r>
          </a:p>
          <a:p>
            <a:pPr marL="1657350" lvl="2" indent="-742950" algn="just">
              <a:buFont typeface="+mj-lt"/>
              <a:buAutoNum type="arabicPeriod"/>
            </a:pPr>
            <a:r>
              <a:rPr lang="en-US" sz="4400" dirty="0">
                <a:solidFill>
                  <a:schemeClr val="bg1"/>
                </a:solidFill>
                <a:effectLst/>
              </a:rPr>
              <a:t>Entity framework,MVC5 Framework</a:t>
            </a:r>
          </a:p>
          <a:p>
            <a:endParaRPr lang="en-US" sz="2800" dirty="0">
              <a:solidFill>
                <a:prstClr val="black"/>
              </a:solidFill>
              <a:effectLst/>
            </a:endParaRPr>
          </a:p>
        </p:txBody>
      </p:sp>
      <p:sp>
        <p:nvSpPr>
          <p:cNvPr id="58" name="Text Box 248">
            <a:extLst>
              <a:ext uri="{FF2B5EF4-FFF2-40B4-BE49-F238E27FC236}">
                <a16:creationId xmlns:a16="http://schemas.microsoft.com/office/drawing/2014/main" id="{04E03775-75AE-4768-BF48-B55FA89F4B0F}"/>
              </a:ext>
            </a:extLst>
          </p:cNvPr>
          <p:cNvSpPr txBox="1">
            <a:spLocks noChangeArrowheads="1"/>
          </p:cNvSpPr>
          <p:nvPr/>
        </p:nvSpPr>
        <p:spPr bwMode="auto">
          <a:xfrm>
            <a:off x="14863900" y="23309352"/>
            <a:ext cx="10048827" cy="775451"/>
          </a:xfrm>
          <a:prstGeom prst="rect">
            <a:avLst/>
          </a:prstGeom>
          <a:solidFill>
            <a:schemeClr val="bg2">
              <a:lumMod val="25000"/>
            </a:schemeClr>
          </a:solid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altLang="zh-CN" sz="4400" b="1" dirty="0" smtClean="0">
                <a:solidFill>
                  <a:prstClr val="white"/>
                </a:solidFill>
                <a:effectLst/>
                <a:latin typeface="Lucida Sans" pitchFamily="34" charset="0"/>
                <a:ea typeface="SimSun" pitchFamily="2" charset="-122"/>
                <a:cs typeface="Lucida Sans" pitchFamily="34" charset="0"/>
              </a:rPr>
              <a:t>RESULT</a:t>
            </a:r>
            <a:endParaRPr lang="en-US" altLang="zh-CN" sz="3200" b="1" dirty="0">
              <a:solidFill>
                <a:prstClr val="white"/>
              </a:solidFill>
              <a:effectLst/>
              <a:latin typeface="Lucida Sans" pitchFamily="34" charset="0"/>
              <a:ea typeface="SimSun" pitchFamily="2" charset="-122"/>
              <a:cs typeface="Lucida Sans" pitchFamily="34" charset="0"/>
            </a:endParaRPr>
          </a:p>
        </p:txBody>
      </p:sp>
      <p:sp>
        <p:nvSpPr>
          <p:cNvPr id="63" name="Text Box 248">
            <a:extLst>
              <a:ext uri="{FF2B5EF4-FFF2-40B4-BE49-F238E27FC236}">
                <a16:creationId xmlns:a16="http://schemas.microsoft.com/office/drawing/2014/main" id="{15009C7F-69B7-4B6D-9C09-F123EFFE9F17}"/>
              </a:ext>
            </a:extLst>
          </p:cNvPr>
          <p:cNvSpPr txBox="1">
            <a:spLocks noChangeArrowheads="1"/>
          </p:cNvSpPr>
          <p:nvPr/>
        </p:nvSpPr>
        <p:spPr bwMode="auto">
          <a:xfrm>
            <a:off x="25545158" y="23329841"/>
            <a:ext cx="9333616" cy="769441"/>
          </a:xfrm>
          <a:prstGeom prst="rect">
            <a:avLst/>
          </a:prstGeom>
          <a:solidFill>
            <a:schemeClr val="bg2">
              <a:lumMod val="25000"/>
            </a:schemeClr>
          </a:solid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CN" sz="4400" b="1" dirty="0">
                <a:solidFill>
                  <a:prstClr val="white"/>
                </a:solidFill>
                <a:effectLst/>
                <a:latin typeface="Lucida Sans" pitchFamily="34" charset="0"/>
                <a:ea typeface="SimSun" pitchFamily="2" charset="-122"/>
                <a:cs typeface="Lucida Sans" pitchFamily="34" charset="0"/>
              </a:rPr>
              <a:t>              </a:t>
            </a:r>
            <a:r>
              <a:rPr lang="en-US" altLang="zh-CN" sz="4400" b="1" dirty="0" smtClean="0">
                <a:solidFill>
                  <a:prstClr val="white"/>
                </a:solidFill>
                <a:effectLst/>
                <a:latin typeface="Lucida Sans" pitchFamily="34" charset="0"/>
                <a:ea typeface="SimSun" pitchFamily="2" charset="-122"/>
                <a:cs typeface="Lucida Sans" pitchFamily="34" charset="0"/>
              </a:rPr>
              <a:t> CONCLUSION</a:t>
            </a:r>
            <a:endParaRPr lang="en-US" altLang="zh-CN" sz="3600" b="1" dirty="0">
              <a:solidFill>
                <a:prstClr val="black"/>
              </a:solidFill>
              <a:effectLst/>
              <a:latin typeface="Lucida Sans" pitchFamily="34" charset="0"/>
              <a:ea typeface="SimSun" pitchFamily="2" charset="-122"/>
              <a:cs typeface="Lucida Sans" pitchFamily="34" charset="0"/>
            </a:endParaRPr>
          </a:p>
        </p:txBody>
      </p:sp>
      <p:sp>
        <p:nvSpPr>
          <p:cNvPr id="66" name="Text Box 263">
            <a:extLst>
              <a:ext uri="{FF2B5EF4-FFF2-40B4-BE49-F238E27FC236}">
                <a16:creationId xmlns:a16="http://schemas.microsoft.com/office/drawing/2014/main" id="{53157A1B-D64F-4B98-A685-766A804C9EB2}"/>
              </a:ext>
            </a:extLst>
          </p:cNvPr>
          <p:cNvSpPr txBox="1">
            <a:spLocks noChangeArrowheads="1"/>
          </p:cNvSpPr>
          <p:nvPr/>
        </p:nvSpPr>
        <p:spPr bwMode="auto">
          <a:xfrm>
            <a:off x="35221701" y="11873805"/>
            <a:ext cx="12801600" cy="7048083"/>
          </a:xfrm>
          <a:prstGeom prst="rect">
            <a:avLst/>
          </a:prstGeom>
          <a:solidFill>
            <a:schemeClr val="bg2">
              <a:lumMod val="50000"/>
            </a:schemeClr>
          </a:solidFill>
          <a:ln w="57150" cmpd="thinThick">
            <a:noFill/>
            <a:miter lim="800000"/>
            <a:headEnd/>
            <a:tailEnd/>
          </a:ln>
          <a:effectLst/>
        </p:spPr>
        <p:txBody>
          <a:bodyPr wrap="square" lIns="182880" tIns="91440" rIns="182880" bIns="182880">
            <a:spAutoFit/>
          </a:bodyPr>
          <a:lstStyle>
            <a:lvl1pPr>
              <a:defRPr sz="2400">
                <a:solidFill>
                  <a:schemeClr val="tx1"/>
                </a:solidFill>
                <a:latin typeface="Times New Roman" pitchFamily="18" charset="0"/>
              </a:defRPr>
            </a:lvl1pPr>
            <a:lvl2pPr marL="685800" indent="-22860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a:r>
              <a:rPr lang="en-US" sz="4400" dirty="0">
                <a:solidFill>
                  <a:schemeClr val="bg1"/>
                </a:solidFill>
                <a:effectLst/>
              </a:rPr>
              <a:t>Till </a:t>
            </a:r>
            <a:r>
              <a:rPr lang="en-US" sz="4400" dirty="0" smtClean="0">
                <a:solidFill>
                  <a:schemeClr val="bg1"/>
                </a:solidFill>
                <a:effectLst/>
              </a:rPr>
              <a:t>now we </a:t>
            </a:r>
            <a:r>
              <a:rPr lang="en-US" sz="4400" dirty="0">
                <a:solidFill>
                  <a:schemeClr val="bg1"/>
                </a:solidFill>
                <a:effectLst/>
              </a:rPr>
              <a:t>only focused on few major cities of Pakistan. In future, we want to go on and add multiple major cities of Pakistan in our project so that it can be more efficient and effective for the students. We also want to go deeper and focus on the “subjects” of different programs in different universities and share the books and lecture notes of the subjects instead of whole programs. We also want to add a feature of comparing different programs of the different universities so that the student can compare.</a:t>
            </a:r>
            <a:r>
              <a:rPr lang="en-GB" sz="4400" dirty="0">
                <a:solidFill>
                  <a:schemeClr val="bg1"/>
                </a:solidFill>
                <a:effectLst/>
              </a:rPr>
              <a:t> </a:t>
            </a:r>
            <a:endParaRPr lang="en-US" sz="4400" dirty="0">
              <a:solidFill>
                <a:schemeClr val="bg1"/>
              </a:solidFill>
              <a:effectLst/>
            </a:endParaRPr>
          </a:p>
        </p:txBody>
      </p:sp>
      <p:sp>
        <p:nvSpPr>
          <p:cNvPr id="67" name="Text Box 248">
            <a:extLst>
              <a:ext uri="{FF2B5EF4-FFF2-40B4-BE49-F238E27FC236}">
                <a16:creationId xmlns:a16="http://schemas.microsoft.com/office/drawing/2014/main" id="{58069427-40E8-483F-97F9-3242AA65BAF7}"/>
              </a:ext>
            </a:extLst>
          </p:cNvPr>
          <p:cNvSpPr txBox="1">
            <a:spLocks noChangeArrowheads="1"/>
          </p:cNvSpPr>
          <p:nvPr/>
        </p:nvSpPr>
        <p:spPr bwMode="auto">
          <a:xfrm>
            <a:off x="35221701" y="10530055"/>
            <a:ext cx="12801600" cy="769441"/>
          </a:xfrm>
          <a:prstGeom prst="rect">
            <a:avLst/>
          </a:prstGeom>
          <a:solidFill>
            <a:schemeClr val="bg2">
              <a:lumMod val="25000"/>
            </a:schemeClr>
          </a:solid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CN" sz="4400" b="1" dirty="0">
                <a:solidFill>
                  <a:prstClr val="white"/>
                </a:solidFill>
                <a:effectLst/>
                <a:latin typeface="Lucida Sans" pitchFamily="34" charset="0"/>
                <a:ea typeface="SimSun" pitchFamily="2" charset="-122"/>
                <a:cs typeface="Lucida Sans" pitchFamily="34" charset="0"/>
              </a:rPr>
              <a:t>                      </a:t>
            </a:r>
            <a:r>
              <a:rPr lang="en-US" altLang="zh-CN" sz="4400" b="1" dirty="0" smtClean="0">
                <a:solidFill>
                  <a:prstClr val="white"/>
                </a:solidFill>
                <a:effectLst/>
                <a:latin typeface="Lucida Sans" pitchFamily="34" charset="0"/>
                <a:ea typeface="SimSun" pitchFamily="2" charset="-122"/>
                <a:cs typeface="Lucida Sans" pitchFamily="34" charset="0"/>
              </a:rPr>
              <a:t>FUTURE </a:t>
            </a:r>
            <a:r>
              <a:rPr lang="en-US" altLang="zh-CN" sz="4400" b="1" dirty="0">
                <a:solidFill>
                  <a:prstClr val="white"/>
                </a:solidFill>
                <a:effectLst/>
                <a:latin typeface="Lucida Sans" pitchFamily="34" charset="0"/>
                <a:ea typeface="SimSun" pitchFamily="2" charset="-122"/>
                <a:cs typeface="Lucida Sans" pitchFamily="34" charset="0"/>
              </a:rPr>
              <a:t>WORK</a:t>
            </a:r>
            <a:endParaRPr lang="en-US" altLang="zh-CN" sz="3600" b="1" dirty="0">
              <a:solidFill>
                <a:prstClr val="black"/>
              </a:solidFill>
              <a:effectLst/>
              <a:latin typeface="Lucida Sans" pitchFamily="34" charset="0"/>
              <a:ea typeface="SimSun" pitchFamily="2" charset="-122"/>
              <a:cs typeface="Lucida Sans" pitchFamily="34" charset="0"/>
            </a:endParaRPr>
          </a:p>
        </p:txBody>
      </p:sp>
      <p:sp>
        <p:nvSpPr>
          <p:cNvPr id="75" name="Text Box 263">
            <a:extLst>
              <a:ext uri="{FF2B5EF4-FFF2-40B4-BE49-F238E27FC236}">
                <a16:creationId xmlns:a16="http://schemas.microsoft.com/office/drawing/2014/main" id="{3033B484-5007-4DAA-AB68-F008EE3310D7}"/>
              </a:ext>
            </a:extLst>
          </p:cNvPr>
          <p:cNvSpPr txBox="1">
            <a:spLocks noChangeArrowheads="1"/>
          </p:cNvSpPr>
          <p:nvPr/>
        </p:nvSpPr>
        <p:spPr bwMode="auto">
          <a:xfrm>
            <a:off x="35274722" y="21103965"/>
            <a:ext cx="12748579" cy="11280011"/>
          </a:xfrm>
          <a:prstGeom prst="rect">
            <a:avLst/>
          </a:prstGeom>
          <a:solidFill>
            <a:schemeClr val="bg2">
              <a:lumMod val="50000"/>
            </a:schemeClr>
          </a:solidFill>
          <a:ln w="57150" cmpd="thinThick">
            <a:noFill/>
            <a:miter lim="800000"/>
            <a:headEnd/>
            <a:tailEnd/>
          </a:ln>
          <a:effectLst/>
        </p:spPr>
        <p:txBody>
          <a:bodyPr wrap="square" lIns="182880" tIns="91440" rIns="182880" bIns="182880">
            <a:spAutoFit/>
          </a:bodyPr>
          <a:lstStyle>
            <a:lvl1pPr>
              <a:defRPr sz="2400">
                <a:solidFill>
                  <a:schemeClr val="tx1"/>
                </a:solidFill>
                <a:latin typeface="Times New Roman" pitchFamily="18" charset="0"/>
              </a:defRPr>
            </a:lvl1pPr>
            <a:lvl2pPr marL="685800" indent="-22860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lvl="1" indent="0">
              <a:lnSpc>
                <a:spcPct val="125000"/>
              </a:lnSpc>
            </a:pPr>
            <a:r>
              <a:rPr lang="en-US" sz="4400" b="1" dirty="0" smtClean="0">
                <a:solidFill>
                  <a:schemeClr val="bg1"/>
                </a:solidFill>
                <a:effectLst/>
              </a:rPr>
              <a:t>Hamza </a:t>
            </a:r>
            <a:r>
              <a:rPr lang="en-US" sz="4400" b="1" dirty="0">
                <a:solidFill>
                  <a:schemeClr val="bg1"/>
                </a:solidFill>
                <a:effectLst/>
              </a:rPr>
              <a:t>Mahmood</a:t>
            </a:r>
          </a:p>
          <a:p>
            <a:pPr lvl="1" indent="0">
              <a:lnSpc>
                <a:spcPct val="125000"/>
              </a:lnSpc>
            </a:pPr>
            <a:r>
              <a:rPr lang="en-US" sz="4400" b="1" dirty="0">
                <a:solidFill>
                  <a:schemeClr val="bg1"/>
                </a:solidFill>
                <a:effectLst/>
              </a:rPr>
              <a:t>hamzamahmood755@gmail.com</a:t>
            </a:r>
          </a:p>
          <a:p>
            <a:pPr lvl="1" indent="0">
              <a:lnSpc>
                <a:spcPct val="125000"/>
              </a:lnSpc>
            </a:pPr>
            <a:endParaRPr lang="en-US" sz="4400" b="1" dirty="0">
              <a:solidFill>
                <a:schemeClr val="bg1"/>
              </a:solidFill>
              <a:effectLst/>
            </a:endParaRPr>
          </a:p>
          <a:p>
            <a:pPr lvl="1" indent="0">
              <a:lnSpc>
                <a:spcPct val="125000"/>
              </a:lnSpc>
            </a:pPr>
            <a:r>
              <a:rPr lang="en-US" sz="4400" b="1" dirty="0" smtClean="0">
                <a:solidFill>
                  <a:schemeClr val="bg1"/>
                </a:solidFill>
                <a:effectLst/>
              </a:rPr>
              <a:t>M. Alamgir </a:t>
            </a:r>
            <a:r>
              <a:rPr lang="en-US" sz="4400" b="1" dirty="0">
                <a:solidFill>
                  <a:schemeClr val="bg1"/>
                </a:solidFill>
                <a:effectLst/>
              </a:rPr>
              <a:t>Khan</a:t>
            </a:r>
          </a:p>
          <a:p>
            <a:pPr lvl="1" indent="0">
              <a:lnSpc>
                <a:spcPct val="125000"/>
              </a:lnSpc>
            </a:pPr>
            <a:r>
              <a:rPr lang="en-US" sz="4400" b="1" dirty="0">
                <a:solidFill>
                  <a:schemeClr val="bg1"/>
                </a:solidFill>
                <a:effectLst/>
              </a:rPr>
              <a:t>23aalamkhan@gmail.com</a:t>
            </a:r>
          </a:p>
          <a:p>
            <a:pPr lvl="1" indent="0">
              <a:lnSpc>
                <a:spcPct val="125000"/>
              </a:lnSpc>
            </a:pPr>
            <a:endParaRPr lang="en-US" sz="4400" b="1" dirty="0">
              <a:solidFill>
                <a:schemeClr val="bg1"/>
              </a:solidFill>
              <a:effectLst/>
            </a:endParaRPr>
          </a:p>
          <a:p>
            <a:pPr lvl="1" indent="0">
              <a:lnSpc>
                <a:spcPct val="125000"/>
              </a:lnSpc>
            </a:pPr>
            <a:r>
              <a:rPr lang="en-US" sz="4400" b="1" dirty="0" smtClean="0">
                <a:solidFill>
                  <a:schemeClr val="bg1"/>
                </a:solidFill>
                <a:effectLst/>
              </a:rPr>
              <a:t>Waqas </a:t>
            </a:r>
            <a:r>
              <a:rPr lang="en-US" sz="4400" b="1" dirty="0">
                <a:solidFill>
                  <a:schemeClr val="bg1"/>
                </a:solidFill>
                <a:effectLst/>
              </a:rPr>
              <a:t>Nosher</a:t>
            </a:r>
          </a:p>
          <a:p>
            <a:pPr lvl="1" indent="0">
              <a:lnSpc>
                <a:spcPct val="125000"/>
              </a:lnSpc>
            </a:pPr>
            <a:r>
              <a:rPr lang="en-US" sz="4400" b="1" dirty="0">
                <a:solidFill>
                  <a:schemeClr val="bg1"/>
                </a:solidFill>
                <a:effectLst/>
              </a:rPr>
              <a:t>waqas.nosher2@gmail.com</a:t>
            </a:r>
          </a:p>
          <a:p>
            <a:pPr lvl="1" indent="0">
              <a:lnSpc>
                <a:spcPct val="125000"/>
              </a:lnSpc>
            </a:pPr>
            <a:endParaRPr lang="en-US" sz="4400" b="1" dirty="0">
              <a:solidFill>
                <a:schemeClr val="bg1"/>
              </a:solidFill>
              <a:effectLst/>
            </a:endParaRPr>
          </a:p>
          <a:p>
            <a:pPr lvl="1" indent="0">
              <a:lnSpc>
                <a:spcPct val="125000"/>
              </a:lnSpc>
            </a:pPr>
            <a:endParaRPr lang="en-US" sz="4400" b="1" dirty="0" smtClean="0">
              <a:solidFill>
                <a:schemeClr val="bg1"/>
              </a:solidFill>
              <a:effectLst/>
            </a:endParaRPr>
          </a:p>
          <a:p>
            <a:pPr lvl="1" indent="0">
              <a:lnSpc>
                <a:spcPct val="125000"/>
              </a:lnSpc>
            </a:pPr>
            <a:r>
              <a:rPr lang="en-US" sz="4400" b="1" dirty="0">
                <a:solidFill>
                  <a:schemeClr val="bg1"/>
                </a:solidFill>
                <a:effectLst/>
              </a:rPr>
              <a:t>Supervisor                           </a:t>
            </a:r>
            <a:r>
              <a:rPr lang="en-US" sz="4400" b="1" dirty="0" smtClean="0">
                <a:solidFill>
                  <a:schemeClr val="bg1"/>
                </a:solidFill>
                <a:effectLst/>
              </a:rPr>
              <a:t> Co-Supervisor   </a:t>
            </a:r>
          </a:p>
          <a:p>
            <a:pPr lvl="1" indent="0">
              <a:lnSpc>
                <a:spcPct val="125000"/>
              </a:lnSpc>
            </a:pPr>
            <a:r>
              <a:rPr lang="en-US" sz="4400" b="1" dirty="0" smtClean="0">
                <a:solidFill>
                  <a:schemeClr val="bg1"/>
                </a:solidFill>
                <a:effectLst/>
              </a:rPr>
              <a:t>Dr. Atif</a:t>
            </a:r>
            <a:r>
              <a:rPr lang="en-US" sz="4400" b="1" dirty="0">
                <a:solidFill>
                  <a:schemeClr val="bg1"/>
                </a:solidFill>
                <a:effectLst/>
              </a:rPr>
              <a:t> Saeed               </a:t>
            </a:r>
            <a:r>
              <a:rPr lang="en-US" sz="4400" b="1" dirty="0" smtClean="0">
                <a:solidFill>
                  <a:schemeClr val="bg1"/>
                </a:solidFill>
                <a:effectLst/>
              </a:rPr>
              <a:t>        Mr. Junaid Anjum</a:t>
            </a:r>
            <a:endParaRPr lang="en-US" sz="4400" b="1" dirty="0">
              <a:solidFill>
                <a:schemeClr val="bg1"/>
              </a:solidFill>
              <a:effectLst/>
            </a:endParaRPr>
          </a:p>
          <a:p>
            <a:pPr lvl="1" indent="0">
              <a:lnSpc>
                <a:spcPct val="125000"/>
              </a:lnSpc>
            </a:pPr>
            <a:r>
              <a:rPr lang="en-US" sz="4400" b="1" dirty="0" smtClean="0">
                <a:solidFill>
                  <a:schemeClr val="bg1"/>
                </a:solidFill>
                <a:effectLst/>
              </a:rPr>
              <a:t>Assistant Prof (CS)              Lecturer </a:t>
            </a:r>
            <a:r>
              <a:rPr lang="en-US" sz="4400" b="1" dirty="0">
                <a:solidFill>
                  <a:schemeClr val="bg1"/>
                </a:solidFill>
                <a:effectLst/>
              </a:rPr>
              <a:t>(CS</a:t>
            </a:r>
            <a:r>
              <a:rPr lang="en-US" sz="4400" b="1" dirty="0" smtClean="0">
                <a:solidFill>
                  <a:schemeClr val="bg1"/>
                </a:solidFill>
                <a:effectLst/>
              </a:rPr>
              <a:t>)</a:t>
            </a:r>
            <a:endParaRPr lang="en-US" sz="4400" b="1" dirty="0">
              <a:solidFill>
                <a:schemeClr val="bg1"/>
              </a:solidFill>
              <a:effectLst/>
            </a:endParaRPr>
          </a:p>
        </p:txBody>
      </p:sp>
      <p:sp>
        <p:nvSpPr>
          <p:cNvPr id="76" name="Text Box 248">
            <a:extLst>
              <a:ext uri="{FF2B5EF4-FFF2-40B4-BE49-F238E27FC236}">
                <a16:creationId xmlns:a16="http://schemas.microsoft.com/office/drawing/2014/main" id="{A97ACC34-404A-4371-B1F4-D31710C5C209}"/>
              </a:ext>
            </a:extLst>
          </p:cNvPr>
          <p:cNvSpPr txBox="1">
            <a:spLocks noChangeArrowheads="1"/>
          </p:cNvSpPr>
          <p:nvPr/>
        </p:nvSpPr>
        <p:spPr bwMode="auto">
          <a:xfrm>
            <a:off x="35290124" y="19619307"/>
            <a:ext cx="12801600" cy="769441"/>
          </a:xfrm>
          <a:prstGeom prst="rect">
            <a:avLst/>
          </a:prstGeom>
          <a:solidFill>
            <a:schemeClr val="bg2">
              <a:lumMod val="25000"/>
            </a:schemeClr>
          </a:solidFill>
          <a:ln w="19050">
            <a:noFill/>
            <a:miter lim="800000"/>
            <a:headEnd/>
            <a:tailEnd/>
          </a:ln>
          <a:effec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US" altLang="zh-CN" sz="4400" b="1" dirty="0" smtClean="0">
                <a:solidFill>
                  <a:prstClr val="white"/>
                </a:solidFill>
                <a:effectLst/>
                <a:latin typeface="Lucida Sans" pitchFamily="34" charset="0"/>
                <a:ea typeface="SimSun" pitchFamily="2" charset="-122"/>
                <a:cs typeface="Lucida Sans" pitchFamily="34" charset="0"/>
              </a:rPr>
              <a:t>                     GROUP MEMBERS</a:t>
            </a:r>
            <a:endParaRPr lang="en-US" altLang="zh-CN" sz="3600" b="1" dirty="0">
              <a:solidFill>
                <a:prstClr val="black"/>
              </a:solidFill>
              <a:effectLst/>
              <a:latin typeface="Lucida Sans" pitchFamily="34" charset="0"/>
              <a:ea typeface="SimSun" pitchFamily="2" charset="-122"/>
              <a:cs typeface="Lucida Sans" pitchFamily="34" charset="0"/>
            </a:endParaRPr>
          </a:p>
        </p:txBody>
      </p:sp>
      <p:pic>
        <p:nvPicPr>
          <p:cNvPr id="3" name="Picture 2">
            <a:extLst>
              <a:ext uri="{FF2B5EF4-FFF2-40B4-BE49-F238E27FC236}">
                <a16:creationId xmlns:a16="http://schemas.microsoft.com/office/drawing/2014/main" id="{AE0D3AF6-65DD-4324-9E31-5BAD1C5371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4311" y="6454219"/>
            <a:ext cx="19247108" cy="8861981"/>
          </a:xfrm>
          <a:prstGeom prst="rect">
            <a:avLst/>
          </a:prstGeom>
        </p:spPr>
      </p:pic>
      <p:pic>
        <p:nvPicPr>
          <p:cNvPr id="5" name="Picture 4">
            <a:extLst>
              <a:ext uri="{FF2B5EF4-FFF2-40B4-BE49-F238E27FC236}">
                <a16:creationId xmlns:a16="http://schemas.microsoft.com/office/drawing/2014/main" id="{4ACC199C-E44F-46ED-B7C9-67CC6A7670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842129" y="24666921"/>
            <a:ext cx="10182837" cy="7725192"/>
          </a:xfrm>
          <a:prstGeom prst="rect">
            <a:avLst/>
          </a:prstGeom>
        </p:spPr>
      </p:pic>
      <p:pic>
        <p:nvPicPr>
          <p:cNvPr id="11" name="Picture 10">
            <a:extLst>
              <a:ext uri="{FF2B5EF4-FFF2-40B4-BE49-F238E27FC236}">
                <a16:creationId xmlns:a16="http://schemas.microsoft.com/office/drawing/2014/main" id="{63FE4B91-F927-482D-AB0D-13A900BCC2D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753238" y="17193718"/>
            <a:ext cx="19503059" cy="5533515"/>
          </a:xfrm>
          <a:prstGeom prst="rect">
            <a:avLst/>
          </a:prstGeom>
        </p:spPr>
      </p:pic>
      <p:pic>
        <p:nvPicPr>
          <p:cNvPr id="13" name="Picture 12">
            <a:extLst>
              <a:ext uri="{FF2B5EF4-FFF2-40B4-BE49-F238E27FC236}">
                <a16:creationId xmlns:a16="http://schemas.microsoft.com/office/drawing/2014/main" id="{299343CD-99C2-490B-97B8-E607E2D572F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117644" y="21092724"/>
            <a:ext cx="2749961" cy="2395012"/>
          </a:xfrm>
          <a:prstGeom prst="rect">
            <a:avLst/>
          </a:prstGeom>
        </p:spPr>
      </p:pic>
      <p:pic>
        <p:nvPicPr>
          <p:cNvPr id="15" name="Picture 14">
            <a:extLst>
              <a:ext uri="{FF2B5EF4-FFF2-40B4-BE49-F238E27FC236}">
                <a16:creationId xmlns:a16="http://schemas.microsoft.com/office/drawing/2014/main" id="{437EB5D5-DEC4-425F-8F88-9CCBB925732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101003" y="26331921"/>
            <a:ext cx="2749961" cy="2111231"/>
          </a:xfrm>
          <a:prstGeom prst="rect">
            <a:avLst/>
          </a:prstGeom>
        </p:spPr>
      </p:pic>
      <p:pic>
        <p:nvPicPr>
          <p:cNvPr id="17" name="Picture 16">
            <a:extLst>
              <a:ext uri="{FF2B5EF4-FFF2-40B4-BE49-F238E27FC236}">
                <a16:creationId xmlns:a16="http://schemas.microsoft.com/office/drawing/2014/main" id="{933F74F5-269C-4741-8311-336625EE100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5128530" y="23693385"/>
            <a:ext cx="2739075" cy="2443215"/>
          </a:xfrm>
          <a:prstGeom prst="rect">
            <a:avLst/>
          </a:prstGeom>
        </p:spPr>
      </p:pic>
    </p:spTree>
    <p:extLst>
      <p:ext uri="{BB962C8B-B14F-4D97-AF65-F5344CB8AC3E}">
        <p14:creationId xmlns:p14="http://schemas.microsoft.com/office/powerpoint/2010/main" val="2926852535"/>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2625</TotalTime>
  <Words>483</Words>
  <Application>Microsoft Office PowerPoint</Application>
  <PresentationFormat>Custom</PresentationFormat>
  <Paragraphs>37</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SimSun</vt:lpstr>
      <vt:lpstr>SimSun</vt:lpstr>
      <vt:lpstr>Arial</vt:lpstr>
      <vt:lpstr>Lucida Sans</vt:lpstr>
      <vt:lpstr>Times New Roman</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How To Make A Scientific Poster</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Labc</cp:lastModifiedBy>
  <cp:revision>186</cp:revision>
  <cp:lastPrinted>2000-08-03T00:31:24Z</cp:lastPrinted>
  <dcterms:created xsi:type="dcterms:W3CDTF">2000-02-09T15:01:13Z</dcterms:created>
  <dcterms:modified xsi:type="dcterms:W3CDTF">2020-01-10T11:15:59Z</dcterms:modified>
  <cp:category>templates for scientific poster</cp:category>
</cp:coreProperties>
</file>