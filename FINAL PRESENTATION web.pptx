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09" r:id="rId1"/>
  </p:sldMasterIdLst>
  <p:notesMasterIdLst>
    <p:notesMasterId r:id="rId25"/>
  </p:notesMasterIdLst>
  <p:sldIdLst>
    <p:sldId id="337" r:id="rId2"/>
    <p:sldId id="304" r:id="rId3"/>
    <p:sldId id="258" r:id="rId4"/>
    <p:sldId id="312" r:id="rId5"/>
    <p:sldId id="322" r:id="rId6"/>
    <p:sldId id="323" r:id="rId7"/>
    <p:sldId id="324" r:id="rId8"/>
    <p:sldId id="313" r:id="rId9"/>
    <p:sldId id="320" r:id="rId10"/>
    <p:sldId id="325" r:id="rId11"/>
    <p:sldId id="326" r:id="rId12"/>
    <p:sldId id="315" r:id="rId13"/>
    <p:sldId id="329" r:id="rId14"/>
    <p:sldId id="330" r:id="rId15"/>
    <p:sldId id="331" r:id="rId16"/>
    <p:sldId id="332" r:id="rId17"/>
    <p:sldId id="333" r:id="rId18"/>
    <p:sldId id="334" r:id="rId19"/>
    <p:sldId id="335" r:id="rId20"/>
    <p:sldId id="336" r:id="rId21"/>
    <p:sldId id="327" r:id="rId22"/>
    <p:sldId id="328" r:id="rId23"/>
    <p:sldId id="29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6364E09-B2CD-4C53-A239-A834C74CDF84}">
          <p14:sldIdLst>
            <p14:sldId id="337"/>
            <p14:sldId id="304"/>
            <p14:sldId id="258"/>
            <p14:sldId id="312"/>
            <p14:sldId id="322"/>
            <p14:sldId id="323"/>
            <p14:sldId id="324"/>
            <p14:sldId id="313"/>
            <p14:sldId id="320"/>
            <p14:sldId id="325"/>
            <p14:sldId id="326"/>
            <p14:sldId id="315"/>
            <p14:sldId id="329"/>
            <p14:sldId id="330"/>
            <p14:sldId id="331"/>
            <p14:sldId id="332"/>
            <p14:sldId id="333"/>
            <p14:sldId id="334"/>
            <p14:sldId id="335"/>
            <p14:sldId id="336"/>
            <p14:sldId id="327"/>
            <p14:sldId id="328"/>
            <p14:sldId id="292"/>
          </p14:sldIdLst>
        </p14:section>
        <p14:section name="Untitled Section" id="{DC8D6472-1716-4ADF-819E-7AC77F849E2B}">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5233"/>
    <a:srgbClr val="446064"/>
    <a:srgbClr val="EF3E37"/>
    <a:srgbClr val="BE9E55"/>
    <a:srgbClr val="EFD9B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011" autoAdjust="0"/>
    <p:restoredTop sz="94660"/>
  </p:normalViewPr>
  <p:slideViewPr>
    <p:cSldViewPr snapToGrid="0">
      <p:cViewPr varScale="1">
        <p:scale>
          <a:sx n="84" d="100"/>
          <a:sy n="84" d="100"/>
        </p:scale>
        <p:origin x="106" y="154"/>
      </p:cViewPr>
      <p:guideLst>
        <p:guide orient="horz" pos="2160"/>
        <p:guide pos="3840"/>
      </p:guideLst>
    </p:cSldViewPr>
  </p:slideViewPr>
  <p:notesTextViewPr>
    <p:cViewPr>
      <p:scale>
        <a:sx n="3" d="2"/>
        <a:sy n="3" d="2"/>
      </p:scale>
      <p:origin x="0" y="0"/>
    </p:cViewPr>
  </p:notesTextViewPr>
  <p:notesViewPr>
    <p:cSldViewPr snapToGrid="0">
      <p:cViewPr varScale="1">
        <p:scale>
          <a:sx n="87" d="100"/>
          <a:sy n="87" d="100"/>
        </p:scale>
        <p:origin x="384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6E225C-2189-4502-B2D1-8BACC898D158}" type="datetimeFigureOut">
              <a:rPr lang="en-US" smtClean="0"/>
              <a:t>1/14/2020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E1B21F-D833-4002-9A2F-BD6580A9F43F}" type="slidenum">
              <a:rPr lang="en-US" smtClean="0"/>
              <a:t>‹#›</a:t>
            </a:fld>
            <a:endParaRPr lang="en-US" dirty="0"/>
          </a:p>
        </p:txBody>
      </p:sp>
      <p:pic>
        <p:nvPicPr>
          <p:cNvPr id="8" name="Picture 7">
            <a:extLst>
              <a:ext uri="{FF2B5EF4-FFF2-40B4-BE49-F238E27FC236}">
                <a16:creationId xmlns:a16="http://schemas.microsoft.com/office/drawing/2014/main" id="{CF5F28B3-096C-4E5D-B9D8-F7A1EBD95C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0810" y="1154017"/>
            <a:ext cx="1071390" cy="1071390"/>
          </a:xfrm>
          <a:prstGeom prst="rect">
            <a:avLst/>
          </a:prstGeom>
        </p:spPr>
      </p:pic>
    </p:spTree>
    <p:extLst>
      <p:ext uri="{BB962C8B-B14F-4D97-AF65-F5344CB8AC3E}">
        <p14:creationId xmlns:p14="http://schemas.microsoft.com/office/powerpoint/2010/main" val="3477438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360C391-64B9-48FD-A05E-CF55402D7C82}" type="datetime1">
              <a:rPr lang="en-US" smtClean="0"/>
              <a:t>1/14/2020</a:t>
            </a:fld>
            <a:endParaRPr lang="en-US" dirty="0"/>
          </a:p>
        </p:txBody>
      </p:sp>
      <p:sp>
        <p:nvSpPr>
          <p:cNvPr id="5" name="Footer Placeholder 4"/>
          <p:cNvSpPr>
            <a:spLocks noGrp="1"/>
          </p:cNvSpPr>
          <p:nvPr>
            <p:ph type="ftr" sz="quarter" idx="11"/>
          </p:nvPr>
        </p:nvSpPr>
        <p:spPr/>
        <p:txBody>
          <a:bodyPr/>
          <a:lstStyle/>
          <a:p>
            <a:r>
              <a:rPr lang="en-US" dirty="0" smtClean="0"/>
              <a:t>Author: Areeb Gillani</a:t>
            </a:r>
            <a:endParaRPr lang="en-US" dirty="0"/>
          </a:p>
        </p:txBody>
      </p:sp>
      <p:sp>
        <p:nvSpPr>
          <p:cNvPr id="6" name="Slide Number Placeholder 5"/>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1688800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99CC9EFE-FBBE-4719-B468-DEC692FF5741}" type="datetime1">
              <a:rPr lang="en-US" smtClean="0"/>
              <a:t>1/14/2020</a:t>
            </a:fld>
            <a:endParaRPr lang="en-US" dirty="0"/>
          </a:p>
        </p:txBody>
      </p:sp>
      <p:sp>
        <p:nvSpPr>
          <p:cNvPr id="5" name="Footer Placeholder 4"/>
          <p:cNvSpPr>
            <a:spLocks noGrp="1"/>
          </p:cNvSpPr>
          <p:nvPr>
            <p:ph type="ftr" sz="quarter" idx="11"/>
          </p:nvPr>
        </p:nvSpPr>
        <p:spPr/>
        <p:txBody>
          <a:bodyPr/>
          <a:lstStyle/>
          <a:p>
            <a:r>
              <a:rPr lang="en-US" dirty="0" smtClean="0"/>
              <a:t>Author: Areeb Gillani</a:t>
            </a:r>
            <a:endParaRPr lang="en-US" dirty="0"/>
          </a:p>
        </p:txBody>
      </p:sp>
      <p:sp>
        <p:nvSpPr>
          <p:cNvPr id="6" name="Slide Number Placeholder 5"/>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9040453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03C4F05-4355-4D68-9A2F-D24AA456431D}" type="datetime1">
              <a:rPr lang="en-US" smtClean="0"/>
              <a:t>1/14/2020</a:t>
            </a:fld>
            <a:endParaRPr lang="en-US" dirty="0"/>
          </a:p>
        </p:txBody>
      </p:sp>
      <p:sp>
        <p:nvSpPr>
          <p:cNvPr id="5" name="Footer Placeholder 4"/>
          <p:cNvSpPr>
            <a:spLocks noGrp="1"/>
          </p:cNvSpPr>
          <p:nvPr>
            <p:ph type="ftr" sz="quarter" idx="11"/>
          </p:nvPr>
        </p:nvSpPr>
        <p:spPr/>
        <p:txBody>
          <a:bodyPr/>
          <a:lstStyle/>
          <a:p>
            <a:r>
              <a:rPr lang="en-US" dirty="0" smtClean="0"/>
              <a:t>Author: Areeb Gillani</a:t>
            </a:r>
            <a:endParaRPr lang="en-US" dirty="0"/>
          </a:p>
        </p:txBody>
      </p:sp>
      <p:sp>
        <p:nvSpPr>
          <p:cNvPr id="6" name="Slide Number Placeholder 5"/>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2112453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9CC9EFE-FBBE-4719-B468-DEC692FF5741}" type="datetime1">
              <a:rPr lang="en-US" smtClean="0"/>
              <a:t>1/14/2020</a:t>
            </a:fld>
            <a:endParaRPr lang="en-US" dirty="0"/>
          </a:p>
        </p:txBody>
      </p:sp>
      <p:sp>
        <p:nvSpPr>
          <p:cNvPr id="6" name="Footer Placeholder 5"/>
          <p:cNvSpPr>
            <a:spLocks noGrp="1"/>
          </p:cNvSpPr>
          <p:nvPr>
            <p:ph type="ftr" sz="quarter" idx="11"/>
          </p:nvPr>
        </p:nvSpPr>
        <p:spPr/>
        <p:txBody>
          <a:bodyPr/>
          <a:lstStyle/>
          <a:p>
            <a:r>
              <a:rPr lang="en-US" dirty="0" smtClean="0"/>
              <a:t>Author: Areeb Gillani</a:t>
            </a:r>
            <a:endParaRPr lang="en-US" dirty="0"/>
          </a:p>
        </p:txBody>
      </p:sp>
      <p:sp>
        <p:nvSpPr>
          <p:cNvPr id="7" name="Slide Number Placeholder 6"/>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24807890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9CC9EFE-FBBE-4719-B468-DEC692FF5741}" type="datetime1">
              <a:rPr lang="en-US" smtClean="0"/>
              <a:t>1/14/2020</a:t>
            </a:fld>
            <a:endParaRPr lang="en-US" dirty="0"/>
          </a:p>
        </p:txBody>
      </p:sp>
      <p:sp>
        <p:nvSpPr>
          <p:cNvPr id="8" name="Footer Placeholder 7"/>
          <p:cNvSpPr>
            <a:spLocks noGrp="1"/>
          </p:cNvSpPr>
          <p:nvPr>
            <p:ph type="ftr" sz="quarter" idx="11"/>
          </p:nvPr>
        </p:nvSpPr>
        <p:spPr/>
        <p:txBody>
          <a:bodyPr/>
          <a:lstStyle/>
          <a:p>
            <a:r>
              <a:rPr lang="en-US" dirty="0" smtClean="0"/>
              <a:t>Author: Areeb Gillani</a:t>
            </a:r>
            <a:endParaRPr lang="en-US" dirty="0"/>
          </a:p>
        </p:txBody>
      </p:sp>
      <p:sp>
        <p:nvSpPr>
          <p:cNvPr id="9" name="Slide Number Placeholder 8"/>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211352044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40DB8B25-1E05-46CA-98BA-EBAA21E342AE}" type="datetime1">
              <a:rPr lang="en-US" smtClean="0"/>
              <a:t>1/14/2020</a:t>
            </a:fld>
            <a:endParaRPr lang="en-US" dirty="0"/>
          </a:p>
        </p:txBody>
      </p:sp>
      <p:sp>
        <p:nvSpPr>
          <p:cNvPr id="5" name="Footer Placeholder 3"/>
          <p:cNvSpPr>
            <a:spLocks noGrp="1"/>
          </p:cNvSpPr>
          <p:nvPr>
            <p:ph type="ftr" sz="quarter" idx="11"/>
          </p:nvPr>
        </p:nvSpPr>
        <p:spPr/>
        <p:txBody>
          <a:bodyPr/>
          <a:lstStyle/>
          <a:p>
            <a:r>
              <a:rPr lang="en-US" dirty="0" smtClean="0"/>
              <a:t>Author: Areeb Gillani</a:t>
            </a:r>
            <a:endParaRPr lang="en-US" dirty="0"/>
          </a:p>
        </p:txBody>
      </p:sp>
      <p:sp>
        <p:nvSpPr>
          <p:cNvPr id="6" name="Slide Number Placeholder 4"/>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1992564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2CF768B-843F-4D9F-8171-BB2831E8D84D}" type="datetime1">
              <a:rPr lang="en-US" smtClean="0"/>
              <a:t>1/14/2020</a:t>
            </a:fld>
            <a:endParaRPr lang="en-US" dirty="0"/>
          </a:p>
        </p:txBody>
      </p:sp>
      <p:sp>
        <p:nvSpPr>
          <p:cNvPr id="5" name="Footer Placeholder 2"/>
          <p:cNvSpPr>
            <a:spLocks noGrp="1"/>
          </p:cNvSpPr>
          <p:nvPr>
            <p:ph type="ftr" sz="quarter" idx="11"/>
          </p:nvPr>
        </p:nvSpPr>
        <p:spPr/>
        <p:txBody>
          <a:bodyPr/>
          <a:lstStyle/>
          <a:p>
            <a:r>
              <a:rPr lang="en-US" dirty="0" smtClean="0"/>
              <a:t>Author: Areeb Gillani</a:t>
            </a:r>
            <a:endParaRPr lang="en-US" dirty="0"/>
          </a:p>
        </p:txBody>
      </p:sp>
      <p:sp>
        <p:nvSpPr>
          <p:cNvPr id="6" name="Slide Number Placeholder 3"/>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197168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99CC9EFE-FBBE-4719-B468-DEC692FF5741}" type="datetime1">
              <a:rPr lang="en-US" smtClean="0"/>
              <a:t>1/14/2020</a:t>
            </a:fld>
            <a:endParaRPr lang="en-US" dirty="0"/>
          </a:p>
        </p:txBody>
      </p:sp>
      <p:sp>
        <p:nvSpPr>
          <p:cNvPr id="5" name="Footer Placeholder 5"/>
          <p:cNvSpPr>
            <a:spLocks noGrp="1"/>
          </p:cNvSpPr>
          <p:nvPr>
            <p:ph type="ftr" sz="quarter" idx="11"/>
          </p:nvPr>
        </p:nvSpPr>
        <p:spPr/>
        <p:txBody>
          <a:bodyPr/>
          <a:lstStyle/>
          <a:p>
            <a:r>
              <a:rPr lang="en-US" dirty="0" smtClean="0"/>
              <a:t>Author: Areeb Gillani</a:t>
            </a:r>
            <a:endParaRPr lang="en-US" dirty="0"/>
          </a:p>
        </p:txBody>
      </p:sp>
      <p:sp>
        <p:nvSpPr>
          <p:cNvPr id="6" name="Slide Number Placeholder 6"/>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4210292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A8416F0-6F14-4BEA-93D1-FA6341BDE5EC}" type="datetime1">
              <a:rPr lang="en-US" smtClean="0"/>
              <a:t>1/14/2020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2157426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9CC9EFE-FBBE-4719-B468-DEC692FF5741}" type="datetime1">
              <a:rPr lang="en-US" smtClean="0"/>
              <a:t>1/14/2020</a:t>
            </a:fld>
            <a:endParaRPr lang="en-US" dirty="0"/>
          </a:p>
        </p:txBody>
      </p:sp>
      <p:sp>
        <p:nvSpPr>
          <p:cNvPr id="6" name="Footer Placeholder 5"/>
          <p:cNvSpPr>
            <a:spLocks noGrp="1"/>
          </p:cNvSpPr>
          <p:nvPr>
            <p:ph type="ftr" sz="quarter" idx="11"/>
          </p:nvPr>
        </p:nvSpPr>
        <p:spPr/>
        <p:txBody>
          <a:bodyPr/>
          <a:lstStyle/>
          <a:p>
            <a:r>
              <a:rPr lang="en-US" dirty="0" smtClean="0"/>
              <a:t>Author: Areeb Gillani</a:t>
            </a:r>
            <a:endParaRPr lang="en-US" dirty="0"/>
          </a:p>
        </p:txBody>
      </p:sp>
      <p:sp>
        <p:nvSpPr>
          <p:cNvPr id="7" name="Slide Number Placeholder 6"/>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392058087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99CC9EFE-FBBE-4719-B468-DEC692FF5741}" type="datetime1">
              <a:rPr lang="en-US" smtClean="0"/>
              <a:t>1/14/2020</a:t>
            </a:fld>
            <a:endParaRPr lang="en-US" dirty="0"/>
          </a:p>
        </p:txBody>
      </p:sp>
      <p:sp>
        <p:nvSpPr>
          <p:cNvPr id="5" name="Footer Placeholder 4"/>
          <p:cNvSpPr>
            <a:spLocks noGrp="1"/>
          </p:cNvSpPr>
          <p:nvPr>
            <p:ph type="ftr" sz="quarter" idx="11"/>
          </p:nvPr>
        </p:nvSpPr>
        <p:spPr/>
        <p:txBody>
          <a:bodyPr/>
          <a:lstStyle/>
          <a:p>
            <a:r>
              <a:rPr lang="en-US" dirty="0" smtClean="0"/>
              <a:t>Author: Areeb Gillani</a:t>
            </a:r>
            <a:endParaRPr lang="en-US" dirty="0"/>
          </a:p>
        </p:txBody>
      </p:sp>
      <p:sp>
        <p:nvSpPr>
          <p:cNvPr id="6" name="Slide Number Placeholder 5"/>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269024981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99CC9EFE-FBBE-4719-B468-DEC692FF5741}" type="datetime1">
              <a:rPr lang="en-US" smtClean="0"/>
              <a:t>1/14/2020</a:t>
            </a:fld>
            <a:endParaRPr lang="en-US" dirty="0"/>
          </a:p>
        </p:txBody>
      </p:sp>
      <p:sp>
        <p:nvSpPr>
          <p:cNvPr id="5" name="Footer Placeholder 4"/>
          <p:cNvSpPr>
            <a:spLocks noGrp="1"/>
          </p:cNvSpPr>
          <p:nvPr>
            <p:ph type="ftr" sz="quarter" idx="11"/>
          </p:nvPr>
        </p:nvSpPr>
        <p:spPr/>
        <p:txBody>
          <a:bodyPr/>
          <a:lstStyle/>
          <a:p>
            <a:r>
              <a:rPr lang="en-US" dirty="0" smtClean="0"/>
              <a:t>Author: Areeb Gillani</a:t>
            </a:r>
            <a:endParaRPr lang="en-US" dirty="0"/>
          </a:p>
        </p:txBody>
      </p:sp>
      <p:sp>
        <p:nvSpPr>
          <p:cNvPr id="6" name="Slide Number Placeholder 5"/>
          <p:cNvSpPr>
            <a:spLocks noGrp="1"/>
          </p:cNvSpPr>
          <p:nvPr>
            <p:ph type="sldNum" sz="quarter" idx="12"/>
          </p:nvPr>
        </p:nvSpPr>
        <p:spPr/>
        <p:txBody>
          <a:bodyPr/>
          <a:lstStyle/>
          <a:p>
            <a:fld id="{8B031F89-ED68-4FE4-BD7F-74A358ED8196}"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83972413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9CC9EFE-FBBE-4719-B468-DEC692FF5741}" type="datetime1">
              <a:rPr lang="en-US" smtClean="0"/>
              <a:t>1/14/2020</a:t>
            </a:fld>
            <a:endParaRPr lang="en-US" dirty="0"/>
          </a:p>
        </p:txBody>
      </p:sp>
      <p:sp>
        <p:nvSpPr>
          <p:cNvPr id="5" name="Footer Placeholder 4"/>
          <p:cNvSpPr>
            <a:spLocks noGrp="1"/>
          </p:cNvSpPr>
          <p:nvPr>
            <p:ph type="ftr" sz="quarter" idx="11"/>
          </p:nvPr>
        </p:nvSpPr>
        <p:spPr/>
        <p:txBody>
          <a:bodyPr/>
          <a:lstStyle/>
          <a:p>
            <a:r>
              <a:rPr lang="en-US" dirty="0" smtClean="0"/>
              <a:t>Author: Areeb Gillani</a:t>
            </a:r>
            <a:endParaRPr lang="en-US" dirty="0"/>
          </a:p>
        </p:txBody>
      </p:sp>
      <p:sp>
        <p:nvSpPr>
          <p:cNvPr id="6" name="Slide Number Placeholder 5"/>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1272743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9CC9EFE-FBBE-4719-B468-DEC692FF5741}" type="datetime1">
              <a:rPr lang="en-US" smtClean="0"/>
              <a:t>1/14/2020</a:t>
            </a:fld>
            <a:endParaRPr lang="en-US" dirty="0"/>
          </a:p>
        </p:txBody>
      </p:sp>
      <p:sp>
        <p:nvSpPr>
          <p:cNvPr id="4" name="Footer Placeholder 4"/>
          <p:cNvSpPr>
            <a:spLocks noGrp="1"/>
          </p:cNvSpPr>
          <p:nvPr>
            <p:ph type="ftr" sz="quarter" idx="11"/>
          </p:nvPr>
        </p:nvSpPr>
        <p:spPr/>
        <p:txBody>
          <a:bodyPr/>
          <a:lstStyle/>
          <a:p>
            <a:r>
              <a:rPr lang="en-US" dirty="0" smtClean="0"/>
              <a:t>Author: Areeb Gillani</a:t>
            </a:r>
            <a:endParaRPr lang="en-US" dirty="0"/>
          </a:p>
        </p:txBody>
      </p:sp>
      <p:sp>
        <p:nvSpPr>
          <p:cNvPr id="6" name="Slide Number Placeholder 5"/>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85531444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9CC9EFE-FBBE-4719-B468-DEC692FF5741}" type="datetime1">
              <a:rPr lang="en-US" smtClean="0"/>
              <a:t>1/14/2020</a:t>
            </a:fld>
            <a:endParaRPr lang="en-US" dirty="0"/>
          </a:p>
        </p:txBody>
      </p:sp>
      <p:sp>
        <p:nvSpPr>
          <p:cNvPr id="4" name="Footer Placeholder 4"/>
          <p:cNvSpPr>
            <a:spLocks noGrp="1"/>
          </p:cNvSpPr>
          <p:nvPr>
            <p:ph type="ftr" sz="quarter" idx="11"/>
          </p:nvPr>
        </p:nvSpPr>
        <p:spPr/>
        <p:txBody>
          <a:bodyPr/>
          <a:lstStyle/>
          <a:p>
            <a:r>
              <a:rPr lang="en-US" dirty="0" smtClean="0"/>
              <a:t>Author: Areeb Gillani</a:t>
            </a:r>
            <a:endParaRPr lang="en-US" dirty="0"/>
          </a:p>
        </p:txBody>
      </p:sp>
      <p:sp>
        <p:nvSpPr>
          <p:cNvPr id="6" name="Slide Number Placeholder 5"/>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74198120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9CC9EFE-FBBE-4719-B468-DEC692FF5741}" type="datetime1">
              <a:rPr lang="en-US" smtClean="0"/>
              <a:t>1/14/2020</a:t>
            </a:fld>
            <a:endParaRPr lang="en-US" dirty="0"/>
          </a:p>
        </p:txBody>
      </p:sp>
      <p:sp>
        <p:nvSpPr>
          <p:cNvPr id="5" name="Footer Placeholder 4"/>
          <p:cNvSpPr>
            <a:spLocks noGrp="1"/>
          </p:cNvSpPr>
          <p:nvPr>
            <p:ph type="ftr" sz="quarter" idx="11"/>
          </p:nvPr>
        </p:nvSpPr>
        <p:spPr/>
        <p:txBody>
          <a:bodyPr/>
          <a:lstStyle/>
          <a:p>
            <a:r>
              <a:rPr lang="en-US" dirty="0" smtClean="0"/>
              <a:t>Author: Areeb Gillani</a:t>
            </a:r>
            <a:endParaRPr lang="en-US" dirty="0"/>
          </a:p>
        </p:txBody>
      </p:sp>
      <p:sp>
        <p:nvSpPr>
          <p:cNvPr id="6" name="Slide Number Placeholder 5"/>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169410767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9CC9EFE-FBBE-4719-B468-DEC692FF5741}" type="datetime1">
              <a:rPr lang="en-US" smtClean="0"/>
              <a:t>1/14/2020</a:t>
            </a:fld>
            <a:endParaRPr lang="en-US" dirty="0"/>
          </a:p>
        </p:txBody>
      </p:sp>
      <p:sp>
        <p:nvSpPr>
          <p:cNvPr id="5" name="Footer Placeholder 4"/>
          <p:cNvSpPr>
            <a:spLocks noGrp="1"/>
          </p:cNvSpPr>
          <p:nvPr>
            <p:ph type="ftr" sz="quarter" idx="11"/>
          </p:nvPr>
        </p:nvSpPr>
        <p:spPr/>
        <p:txBody>
          <a:bodyPr/>
          <a:lstStyle/>
          <a:p>
            <a:r>
              <a:rPr lang="en-US" dirty="0" smtClean="0"/>
              <a:t>Author: Areeb Gillani</a:t>
            </a:r>
            <a:endParaRPr lang="en-US" dirty="0"/>
          </a:p>
        </p:txBody>
      </p:sp>
      <p:sp>
        <p:nvSpPr>
          <p:cNvPr id="6" name="Slide Number Placeholder 5"/>
          <p:cNvSpPr>
            <a:spLocks noGrp="1"/>
          </p:cNvSpPr>
          <p:nvPr>
            <p:ph type="sldNum" sz="quarter" idx="12"/>
          </p:nvPr>
        </p:nvSpPr>
        <p:spPr/>
        <p:txBody>
          <a:bodyPr/>
          <a:lstStyle/>
          <a:p>
            <a:fld id="{8B031F89-ED68-4FE4-BD7F-74A358ED8196}" type="slidenum">
              <a:rPr lang="en-US" smtClean="0"/>
              <a:t>‹#›</a:t>
            </a:fld>
            <a:endParaRPr lang="en-US" dirty="0"/>
          </a:p>
        </p:txBody>
      </p:sp>
    </p:spTree>
    <p:extLst>
      <p:ext uri="{BB962C8B-B14F-4D97-AF65-F5344CB8AC3E}">
        <p14:creationId xmlns:p14="http://schemas.microsoft.com/office/powerpoint/2010/main" val="65297977"/>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9CC9EFE-FBBE-4719-B468-DEC692FF5741}" type="datetime1">
              <a:rPr lang="en-US" smtClean="0"/>
              <a:t>1/14/2020</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dirty="0" smtClean="0"/>
              <a:t>Author: Areeb Gillani</a:t>
            </a:r>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B031F89-ED68-4FE4-BD7F-74A358ED8196}" type="slidenum">
              <a:rPr lang="en-US" smtClean="0"/>
              <a:t>‹#›</a:t>
            </a:fld>
            <a:endParaRPr lang="en-US" dirty="0"/>
          </a:p>
        </p:txBody>
      </p:sp>
    </p:spTree>
    <p:extLst>
      <p:ext uri="{BB962C8B-B14F-4D97-AF65-F5344CB8AC3E}">
        <p14:creationId xmlns:p14="http://schemas.microsoft.com/office/powerpoint/2010/main" val="1106052635"/>
      </p:ext>
    </p:extLst>
  </p:cSld>
  <p:clrMap bg1="dk1" tx1="lt1" bg2="dk2" tx2="lt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 id="2147484121" r:id="rId12"/>
    <p:sldLayoutId id="2147484122" r:id="rId13"/>
    <p:sldLayoutId id="2147484123" r:id="rId14"/>
    <p:sldLayoutId id="2147484124" r:id="rId15"/>
    <p:sldLayoutId id="2147484125" r:id="rId16"/>
    <p:sldLayoutId id="2147484126"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456" y="2597214"/>
            <a:ext cx="10972800" cy="1143000"/>
          </a:xfrm>
        </p:spPr>
        <p:txBody>
          <a:bodyPr/>
          <a:lstStyle/>
          <a:p>
            <a:r>
              <a:rPr lang="en-US" dirty="0"/>
              <a:t>Web Based Student Facilitation System</a:t>
            </a:r>
          </a:p>
        </p:txBody>
      </p:sp>
    </p:spTree>
    <p:extLst>
      <p:ext uri="{BB962C8B-B14F-4D97-AF65-F5344CB8AC3E}">
        <p14:creationId xmlns:p14="http://schemas.microsoft.com/office/powerpoint/2010/main" val="666797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a:t>
            </a:r>
          </a:p>
        </p:txBody>
      </p:sp>
      <p:sp>
        <p:nvSpPr>
          <p:cNvPr id="3" name="Content Placeholder 2"/>
          <p:cNvSpPr>
            <a:spLocks noGrp="1"/>
          </p:cNvSpPr>
          <p:nvPr>
            <p:ph idx="1"/>
          </p:nvPr>
        </p:nvSpPr>
        <p:spPr/>
        <p:txBody>
          <a:bodyPr>
            <a:normAutofit fontScale="92500" lnSpcReduction="20000"/>
          </a:bodyPr>
          <a:lstStyle/>
          <a:p>
            <a:r>
              <a:rPr lang="en-US" dirty="0"/>
              <a:t>Supervisor</a:t>
            </a:r>
          </a:p>
          <a:p>
            <a:pPr lvl="2"/>
            <a:r>
              <a:rPr lang="en-US" dirty="0"/>
              <a:t>Dr. Atif Saeed</a:t>
            </a:r>
          </a:p>
          <a:p>
            <a:pPr lvl="2"/>
            <a:r>
              <a:rPr lang="en-US" dirty="0"/>
              <a:t>Assistant Professor (CS)</a:t>
            </a:r>
          </a:p>
          <a:p>
            <a:r>
              <a:rPr lang="en-US" dirty="0"/>
              <a:t>Co-Supervisor</a:t>
            </a:r>
          </a:p>
          <a:p>
            <a:pPr lvl="2"/>
            <a:r>
              <a:rPr lang="en-US" dirty="0"/>
              <a:t>Mr. Junaid Anjum</a:t>
            </a:r>
          </a:p>
          <a:p>
            <a:pPr lvl="2"/>
            <a:r>
              <a:rPr lang="en-US" dirty="0"/>
              <a:t>Lecturer (CS)</a:t>
            </a:r>
          </a:p>
          <a:p>
            <a:r>
              <a:rPr lang="en-US" dirty="0"/>
              <a:t>Hamza Mahmood (Team Leader)</a:t>
            </a:r>
          </a:p>
          <a:p>
            <a:pPr lvl="2"/>
            <a:r>
              <a:rPr lang="en-US" dirty="0"/>
              <a:t>SP16-BSE-018</a:t>
            </a:r>
          </a:p>
          <a:p>
            <a:r>
              <a:rPr lang="en-US" dirty="0"/>
              <a:t>Waqas Nosher </a:t>
            </a:r>
          </a:p>
          <a:p>
            <a:pPr lvl="2"/>
            <a:r>
              <a:rPr lang="en-US" dirty="0"/>
              <a:t>SP16-BSE-106</a:t>
            </a:r>
          </a:p>
          <a:p>
            <a:r>
              <a:rPr lang="en-US" dirty="0"/>
              <a:t>M . Alamgir khan</a:t>
            </a:r>
          </a:p>
          <a:p>
            <a:pPr lvl="2"/>
            <a:r>
              <a:rPr lang="en-US" dirty="0"/>
              <a:t>SP16-BSE-006</a:t>
            </a:r>
          </a:p>
          <a:p>
            <a:pPr lvl="2"/>
            <a:endParaRPr lang="en-US" dirty="0"/>
          </a:p>
          <a:p>
            <a:pPr marL="457200" lvl="1" indent="0">
              <a:buNone/>
            </a:pPr>
            <a:endParaRPr lang="en-US" dirty="0"/>
          </a:p>
        </p:txBody>
      </p:sp>
    </p:spTree>
    <p:extLst>
      <p:ext uri="{BB962C8B-B14F-4D97-AF65-F5344CB8AC3E}">
        <p14:creationId xmlns:p14="http://schemas.microsoft.com/office/powerpoint/2010/main" val="2246313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7FB50-7EDF-4C47-A001-AB6D5F0EB544}"/>
              </a:ext>
            </a:extLst>
          </p:cNvPr>
          <p:cNvSpPr>
            <a:spLocks noGrp="1"/>
          </p:cNvSpPr>
          <p:nvPr>
            <p:ph type="title"/>
          </p:nvPr>
        </p:nvSpPr>
        <p:spPr/>
        <p:txBody>
          <a:bodyPr/>
          <a:lstStyle/>
          <a:p>
            <a:r>
              <a:rPr lang="en-US" sz="6600" dirty="0"/>
              <a:t>Introduction</a:t>
            </a:r>
            <a:endParaRPr lang="en-US" dirty="0"/>
          </a:p>
        </p:txBody>
      </p:sp>
      <p:sp>
        <p:nvSpPr>
          <p:cNvPr id="3" name="Content Placeholder 2">
            <a:extLst>
              <a:ext uri="{FF2B5EF4-FFF2-40B4-BE49-F238E27FC236}">
                <a16:creationId xmlns:a16="http://schemas.microsoft.com/office/drawing/2014/main" id="{73104828-6F5D-4F4A-A04A-832B20EA13BB}"/>
              </a:ext>
            </a:extLst>
          </p:cNvPr>
          <p:cNvSpPr>
            <a:spLocks noGrp="1"/>
          </p:cNvSpPr>
          <p:nvPr>
            <p:ph idx="1"/>
          </p:nvPr>
        </p:nvSpPr>
        <p:spPr>
          <a:xfrm>
            <a:off x="1008962" y="1685232"/>
            <a:ext cx="9601200" cy="2782455"/>
          </a:xfrm>
        </p:spPr>
        <p:txBody>
          <a:bodyPr>
            <a:normAutofit/>
          </a:bodyPr>
          <a:lstStyle/>
          <a:p>
            <a:r>
              <a:rPr lang="en-IE" dirty="0"/>
              <a:t>A non-profit organization.</a:t>
            </a:r>
          </a:p>
          <a:p>
            <a:r>
              <a:rPr lang="en-IE" dirty="0"/>
              <a:t>Centralized platform to get education related information.</a:t>
            </a:r>
          </a:p>
          <a:p>
            <a:r>
              <a:rPr lang="en-IE" dirty="0"/>
              <a:t>Managing all data related to the universities, programs, faculties, events.</a:t>
            </a:r>
          </a:p>
          <a:p>
            <a:r>
              <a:rPr lang="en-IE" dirty="0"/>
              <a:t>Evaluation of programs based on user’s rating.</a:t>
            </a:r>
          </a:p>
          <a:p>
            <a:r>
              <a:rPr lang="en-IE" dirty="0"/>
              <a:t>Uploading/Downloading of course related books and notes.</a:t>
            </a:r>
          </a:p>
          <a:p>
            <a:endParaRPr lang="en-IE" dirty="0"/>
          </a:p>
        </p:txBody>
      </p:sp>
    </p:spTree>
    <p:extLst>
      <p:ext uri="{BB962C8B-B14F-4D97-AF65-F5344CB8AC3E}">
        <p14:creationId xmlns:p14="http://schemas.microsoft.com/office/powerpoint/2010/main" val="361931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0ECA9-8320-47E0-BBD5-95920EEF575B}"/>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BC820340-E168-4AEA-9F07-1DCF9B91D797}"/>
              </a:ext>
            </a:extLst>
          </p:cNvPr>
          <p:cNvSpPr>
            <a:spLocks noGrp="1"/>
          </p:cNvSpPr>
          <p:nvPr>
            <p:ph idx="1"/>
          </p:nvPr>
        </p:nvSpPr>
        <p:spPr/>
        <p:txBody>
          <a:bodyPr/>
          <a:lstStyle/>
          <a:p>
            <a:pPr lvl="1">
              <a:buFont typeface="Arial" panose="020B0604020202020204" pitchFamily="34" charset="0"/>
              <a:buChar char="•"/>
            </a:pPr>
            <a:r>
              <a:rPr lang="en-US" dirty="0"/>
              <a:t>Increasing trends towards digital world to get information.</a:t>
            </a:r>
          </a:p>
          <a:p>
            <a:pPr lvl="1">
              <a:buFont typeface="Arial" panose="020B0604020202020204" pitchFamily="34" charset="0"/>
              <a:buChar char="•"/>
            </a:pPr>
            <a:r>
              <a:rPr lang="en-US" dirty="0"/>
              <a:t>No platform is providing authentic and unambiguous information. </a:t>
            </a:r>
          </a:p>
          <a:p>
            <a:pPr lvl="1">
              <a:buFont typeface="Arial" panose="020B0604020202020204" pitchFamily="34" charset="0"/>
              <a:buChar char="•"/>
            </a:pPr>
            <a:r>
              <a:rPr lang="en-US" dirty="0"/>
              <a:t>A much needed platform for foreign students and hostelers.</a:t>
            </a:r>
          </a:p>
          <a:p>
            <a:pPr lvl="1">
              <a:buFont typeface="Arial" panose="020B0604020202020204" pitchFamily="34" charset="0"/>
              <a:buChar char="•"/>
            </a:pPr>
            <a:r>
              <a:rPr lang="en-US" dirty="0"/>
              <a:t>Excludes the needs of visiting the institutes physically.</a:t>
            </a:r>
          </a:p>
          <a:p>
            <a:pPr lvl="1">
              <a:buFont typeface="Arial" panose="020B0604020202020204" pitchFamily="34" charset="0"/>
              <a:buChar char="•"/>
            </a:pPr>
            <a:r>
              <a:rPr lang="en-US" dirty="0"/>
              <a:t>Wastage of time and money.</a:t>
            </a:r>
          </a:p>
          <a:p>
            <a:pPr lvl="1">
              <a:buFont typeface="Arial" panose="020B0604020202020204" pitchFamily="34" charset="0"/>
              <a:buChar char="•"/>
            </a:pPr>
            <a:r>
              <a:rPr lang="en-US" dirty="0"/>
              <a:t>Unavailability of free resources for students. </a:t>
            </a:r>
          </a:p>
          <a:p>
            <a:pPr lvl="1">
              <a:buFont typeface="Arial" panose="020B0604020202020204" pitchFamily="34" charset="0"/>
              <a:buChar char="•"/>
            </a:pPr>
            <a:endParaRPr lang="en-IE" dirty="0"/>
          </a:p>
          <a:p>
            <a:pPr lvl="1">
              <a:buFont typeface="Arial" panose="020B0604020202020204" pitchFamily="34" charset="0"/>
              <a:buChar char="•"/>
            </a:pPr>
            <a:endParaRPr lang="en-IE" dirty="0"/>
          </a:p>
          <a:p>
            <a:pPr lvl="1">
              <a:buFont typeface="Arial" panose="020B0604020202020204" pitchFamily="34" charset="0"/>
              <a:buChar char="•"/>
            </a:pPr>
            <a:endParaRPr lang="en-US" dirty="0"/>
          </a:p>
          <a:p>
            <a:pPr lvl="1">
              <a:buFont typeface="Arial" panose="020B0604020202020204" pitchFamily="34" charset="0"/>
              <a:buChar char="•"/>
            </a:pPr>
            <a:endParaRPr lang="en-US" dirty="0"/>
          </a:p>
          <a:p>
            <a:endParaRPr lang="en-US" dirty="0"/>
          </a:p>
          <a:p>
            <a:endParaRPr lang="en-US" dirty="0"/>
          </a:p>
        </p:txBody>
      </p:sp>
    </p:spTree>
    <p:extLst>
      <p:ext uri="{BB962C8B-B14F-4D97-AF65-F5344CB8AC3E}">
        <p14:creationId xmlns:p14="http://schemas.microsoft.com/office/powerpoint/2010/main" val="2501858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5428BA-1720-4771-9367-A4A85AEAE6D5}"/>
              </a:ext>
            </a:extLst>
          </p:cNvPr>
          <p:cNvSpPr/>
          <p:nvPr/>
        </p:nvSpPr>
        <p:spPr>
          <a:xfrm>
            <a:off x="594911" y="385589"/>
            <a:ext cx="10587209" cy="4592026"/>
          </a:xfrm>
          <a:prstGeom prst="rect">
            <a:avLst/>
          </a:prstGeom>
          <a:noFill/>
        </p:spPr>
        <p:txBody>
          <a:bodyPr wrap="square" lIns="91440" tIns="45720" rIns="91440" bIns="45720">
            <a:spAutoFit/>
          </a:bodyPr>
          <a:lstStyle/>
          <a:p>
            <a:pPr algn="ctr"/>
            <a:r>
              <a:rPr lang="en-US" sz="4200" dirty="0">
                <a:ln w="0"/>
                <a:effectLst>
                  <a:outerShdw blurRad="38100" dist="19050" dir="2700000" algn="tl" rotWithShape="0">
                    <a:schemeClr val="dk1">
                      <a:alpha val="40000"/>
                    </a:schemeClr>
                  </a:outerShdw>
                </a:effectLst>
              </a:rPr>
              <a:t>Objectives</a:t>
            </a:r>
          </a:p>
          <a:p>
            <a:pPr marL="742950" lvl="1" indent="-285750" defTabSz="914400">
              <a:spcBef>
                <a:spcPct val="20000"/>
              </a:spcBef>
              <a:buFont typeface="Arial" panose="020B0604020202020204" pitchFamily="34" charset="0"/>
              <a:buChar char="•"/>
            </a:pPr>
            <a:endParaRPr lang="en-US" sz="2800" dirty="0">
              <a:solidFill>
                <a:prstClr val="black"/>
              </a:solidFill>
            </a:endParaRPr>
          </a:p>
          <a:p>
            <a:pPr marL="742950" lvl="1" indent="-285750" defTabSz="914400">
              <a:spcBef>
                <a:spcPct val="20000"/>
              </a:spcBef>
              <a:buFont typeface="Arial" panose="020B0604020202020204" pitchFamily="34" charset="0"/>
              <a:buChar char="•"/>
            </a:pPr>
            <a:r>
              <a:rPr lang="en-US" dirty="0"/>
              <a:t>To diversify the study process and make it more interesting, efficient and contemporary</a:t>
            </a:r>
            <a:r>
              <a:rPr lang="en-US" dirty="0" smtClean="0"/>
              <a:t>.</a:t>
            </a:r>
          </a:p>
          <a:p>
            <a:pPr marL="742950" lvl="1" indent="-285750" defTabSz="914400">
              <a:spcBef>
                <a:spcPct val="20000"/>
              </a:spcBef>
              <a:buFont typeface="Arial" panose="020B0604020202020204" pitchFamily="34" charset="0"/>
              <a:buChar char="•"/>
            </a:pPr>
            <a:r>
              <a:rPr lang="en-GB" dirty="0"/>
              <a:t>To make information available for </a:t>
            </a:r>
            <a:r>
              <a:rPr lang="en-GB" dirty="0" smtClean="0"/>
              <a:t>everyone.</a:t>
            </a:r>
            <a:endParaRPr lang="en-US" dirty="0"/>
          </a:p>
          <a:p>
            <a:pPr marL="742950" lvl="1" indent="-285750" defTabSz="914400">
              <a:spcBef>
                <a:spcPct val="20000"/>
              </a:spcBef>
              <a:buFont typeface="Arial" panose="020B0604020202020204" pitchFamily="34" charset="0"/>
              <a:buChar char="•"/>
            </a:pPr>
            <a:r>
              <a:rPr lang="en-US" dirty="0"/>
              <a:t>To make the information and study materials freely available for learners</a:t>
            </a:r>
            <a:r>
              <a:rPr lang="en-US" dirty="0" smtClean="0"/>
              <a:t>.</a:t>
            </a:r>
            <a:r>
              <a:rPr lang="en-US" dirty="0" smtClean="0">
                <a:solidFill>
                  <a:prstClr val="black"/>
                </a:solidFill>
              </a:rPr>
              <a:t> </a:t>
            </a:r>
            <a:endParaRPr lang="en-US" dirty="0">
              <a:solidFill>
                <a:prstClr val="black"/>
              </a:solidFill>
            </a:endParaRPr>
          </a:p>
          <a:p>
            <a:endParaRPr lang="en-US" sz="2800" dirty="0">
              <a:ln w="0"/>
              <a:effectLst>
                <a:outerShdw blurRad="38100" dist="19050" dir="2700000" algn="tl" rotWithShape="0">
                  <a:schemeClr val="dk1">
                    <a:alpha val="40000"/>
                  </a:schemeClr>
                </a:outerShdw>
              </a:effectLst>
            </a:endParaRPr>
          </a:p>
          <a:p>
            <a:pPr algn="ctr"/>
            <a:endParaRPr lang="en-US" sz="5400" b="0" cap="none" spc="0" dirty="0">
              <a:ln w="0"/>
              <a:solidFill>
                <a:schemeClr val="tx1"/>
              </a:solidFill>
              <a:effectLst>
                <a:outerShdw blurRad="38100" dist="19050" dir="2700000" algn="tl" rotWithShape="0">
                  <a:schemeClr val="dk1">
                    <a:alpha val="40000"/>
                  </a:schemeClr>
                </a:outerShdw>
              </a:effectLst>
            </a:endParaRPr>
          </a:p>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141573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1C179-48F7-4371-AC4A-20D00B19F74D}"/>
              </a:ext>
            </a:extLst>
          </p:cNvPr>
          <p:cNvSpPr>
            <a:spLocks noGrp="1"/>
          </p:cNvSpPr>
          <p:nvPr>
            <p:ph type="title"/>
          </p:nvPr>
        </p:nvSpPr>
        <p:spPr/>
        <p:txBody>
          <a:bodyPr/>
          <a:lstStyle/>
          <a:p>
            <a:r>
              <a:rPr lang="en-US" dirty="0"/>
              <a:t>Architecture</a:t>
            </a:r>
          </a:p>
        </p:txBody>
      </p:sp>
      <p:pic>
        <p:nvPicPr>
          <p:cNvPr id="5" name="Content Placeholder 4">
            <a:extLst>
              <a:ext uri="{FF2B5EF4-FFF2-40B4-BE49-F238E27FC236}">
                <a16:creationId xmlns:a16="http://schemas.microsoft.com/office/drawing/2014/main" id="{6CEABE80-1D72-4499-93D5-345B02E836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69723" y="2052638"/>
            <a:ext cx="3814329" cy="4195762"/>
          </a:xfrm>
        </p:spPr>
      </p:pic>
    </p:spTree>
    <p:extLst>
      <p:ext uri="{BB962C8B-B14F-4D97-AF65-F5344CB8AC3E}">
        <p14:creationId xmlns:p14="http://schemas.microsoft.com/office/powerpoint/2010/main" val="3205418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DC8B3-B179-4B3A-86AF-E78266896C8C}"/>
              </a:ext>
            </a:extLst>
          </p:cNvPr>
          <p:cNvSpPr>
            <a:spLocks noGrp="1"/>
          </p:cNvSpPr>
          <p:nvPr>
            <p:ph type="title"/>
          </p:nvPr>
        </p:nvSpPr>
        <p:spPr/>
        <p:txBody>
          <a:bodyPr/>
          <a:lstStyle/>
          <a:p>
            <a:r>
              <a:rPr lang="en-US" dirty="0"/>
              <a:t>Flow Chart</a:t>
            </a:r>
          </a:p>
        </p:txBody>
      </p:sp>
      <p:pic>
        <p:nvPicPr>
          <p:cNvPr id="4" name="Content Placeholder 3">
            <a:extLst>
              <a:ext uri="{FF2B5EF4-FFF2-40B4-BE49-F238E27FC236}">
                <a16:creationId xmlns:a16="http://schemas.microsoft.com/office/drawing/2014/main" id="{0DE9D20D-74A3-458E-A6A8-7030F0E1AFCD}"/>
              </a:ext>
            </a:extLst>
          </p:cNvPr>
          <p:cNvPicPr>
            <a:picLocks noGrp="1" noChangeAspect="1"/>
          </p:cNvPicPr>
          <p:nvPr>
            <p:ph idx="1"/>
          </p:nvPr>
        </p:nvPicPr>
        <p:blipFill>
          <a:blip r:embed="rId2"/>
          <a:stretch>
            <a:fillRect/>
          </a:stretch>
        </p:blipFill>
        <p:spPr>
          <a:xfrm>
            <a:off x="1103313" y="2880745"/>
            <a:ext cx="8947150" cy="2539547"/>
          </a:xfrm>
          <a:prstGeom prst="rect">
            <a:avLst/>
          </a:prstGeom>
        </p:spPr>
      </p:pic>
    </p:spTree>
    <p:extLst>
      <p:ext uri="{BB962C8B-B14F-4D97-AF65-F5344CB8AC3E}">
        <p14:creationId xmlns:p14="http://schemas.microsoft.com/office/powerpoint/2010/main" val="3760660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735F6-FDC0-4E20-A0AC-8990D507468D}"/>
              </a:ext>
            </a:extLst>
          </p:cNvPr>
          <p:cNvSpPr>
            <a:spLocks noGrp="1"/>
          </p:cNvSpPr>
          <p:nvPr>
            <p:ph type="title"/>
          </p:nvPr>
        </p:nvSpPr>
        <p:spPr/>
        <p:txBody>
          <a:bodyPr/>
          <a:lstStyle/>
          <a:p>
            <a:r>
              <a:rPr lang="en-US" dirty="0"/>
              <a:t>Tools and Technology Used</a:t>
            </a:r>
          </a:p>
        </p:txBody>
      </p:sp>
      <p:pic>
        <p:nvPicPr>
          <p:cNvPr id="5" name="Content Placeholder 4">
            <a:extLst>
              <a:ext uri="{FF2B5EF4-FFF2-40B4-BE49-F238E27FC236}">
                <a16:creationId xmlns:a16="http://schemas.microsoft.com/office/drawing/2014/main" id="{DF5DC0C6-AB1E-4E80-A4E5-5BC983CCFC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1978" y="2008139"/>
            <a:ext cx="4525963" cy="2560227"/>
          </a:xfrm>
        </p:spPr>
      </p:pic>
      <p:pic>
        <p:nvPicPr>
          <p:cNvPr id="7" name="Picture 6">
            <a:extLst>
              <a:ext uri="{FF2B5EF4-FFF2-40B4-BE49-F238E27FC236}">
                <a16:creationId xmlns:a16="http://schemas.microsoft.com/office/drawing/2014/main" id="{8FCA7F61-597D-4273-B256-D8D39FA817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5890" y="2041969"/>
            <a:ext cx="3436663" cy="2492566"/>
          </a:xfrm>
          <a:prstGeom prst="rect">
            <a:avLst/>
          </a:prstGeom>
        </p:spPr>
      </p:pic>
    </p:spTree>
    <p:extLst>
      <p:ext uri="{BB962C8B-B14F-4D97-AF65-F5344CB8AC3E}">
        <p14:creationId xmlns:p14="http://schemas.microsoft.com/office/powerpoint/2010/main" val="31768369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EA503-1E6E-40F2-B3AA-F059D97F9F57}"/>
              </a:ext>
            </a:extLst>
          </p:cNvPr>
          <p:cNvSpPr>
            <a:spLocks noGrp="1"/>
          </p:cNvSpPr>
          <p:nvPr>
            <p:ph type="ctrTitle"/>
          </p:nvPr>
        </p:nvSpPr>
        <p:spPr/>
        <p:txBody>
          <a:bodyPr/>
          <a:lstStyle/>
          <a:p>
            <a:r>
              <a:rPr lang="en-US" dirty="0"/>
              <a:t>Target Market</a:t>
            </a:r>
          </a:p>
        </p:txBody>
      </p:sp>
    </p:spTree>
    <p:extLst>
      <p:ext uri="{BB962C8B-B14F-4D97-AF65-F5344CB8AC3E}">
        <p14:creationId xmlns:p14="http://schemas.microsoft.com/office/powerpoint/2010/main" val="660470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59DB8-1409-45D0-A566-5646740AF737}"/>
              </a:ext>
            </a:extLst>
          </p:cNvPr>
          <p:cNvSpPr>
            <a:spLocks noGrp="1"/>
          </p:cNvSpPr>
          <p:nvPr>
            <p:ph type="title"/>
          </p:nvPr>
        </p:nvSpPr>
        <p:spPr/>
        <p:txBody>
          <a:bodyPr/>
          <a:lstStyle/>
          <a:p>
            <a:r>
              <a:rPr lang="en-US" dirty="0"/>
              <a:t>Related Work</a:t>
            </a:r>
          </a:p>
        </p:txBody>
      </p:sp>
      <p:sp>
        <p:nvSpPr>
          <p:cNvPr id="3" name="Content Placeholder 2">
            <a:extLst>
              <a:ext uri="{FF2B5EF4-FFF2-40B4-BE49-F238E27FC236}">
                <a16:creationId xmlns:a16="http://schemas.microsoft.com/office/drawing/2014/main" id="{85D7C375-2F86-444A-8C1C-D41204F64E8F}"/>
              </a:ext>
            </a:extLst>
          </p:cNvPr>
          <p:cNvSpPr>
            <a:spLocks noGrp="1"/>
          </p:cNvSpPr>
          <p:nvPr>
            <p:ph idx="1"/>
          </p:nvPr>
        </p:nvSpPr>
        <p:spPr/>
        <p:txBody>
          <a:bodyPr/>
          <a:lstStyle/>
          <a:p>
            <a:r>
              <a:rPr lang="en-US" dirty="0"/>
              <a:t>Top Universities</a:t>
            </a:r>
          </a:p>
          <a:p>
            <a:r>
              <a:rPr lang="en-US" dirty="0"/>
              <a:t>Ilm Ki Duniya</a:t>
            </a:r>
          </a:p>
          <a:p>
            <a:r>
              <a:rPr lang="en-US" dirty="0"/>
              <a:t>Eduvision</a:t>
            </a:r>
          </a:p>
        </p:txBody>
      </p:sp>
    </p:spTree>
    <p:extLst>
      <p:ext uri="{BB962C8B-B14F-4D97-AF65-F5344CB8AC3E}">
        <p14:creationId xmlns:p14="http://schemas.microsoft.com/office/powerpoint/2010/main" val="3892890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8A63B-246A-458E-BEF3-082D29B4DCBA}"/>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3ED8FE75-F712-466A-8D35-70DA818DDA19}"/>
              </a:ext>
            </a:extLst>
          </p:cNvPr>
          <p:cNvSpPr>
            <a:spLocks noGrp="1"/>
          </p:cNvSpPr>
          <p:nvPr>
            <p:ph idx="1"/>
          </p:nvPr>
        </p:nvSpPr>
        <p:spPr/>
        <p:txBody>
          <a:bodyPr/>
          <a:lstStyle/>
          <a:p>
            <a:r>
              <a:rPr lang="en-US" dirty="0"/>
              <a:t>Cover remaining cities and their respective universities.</a:t>
            </a:r>
          </a:p>
          <a:p>
            <a:r>
              <a:rPr lang="en-US" dirty="0"/>
              <a:t>Focus on subjects rather than programs.</a:t>
            </a:r>
          </a:p>
          <a:p>
            <a:r>
              <a:rPr lang="en-US" dirty="0"/>
              <a:t>Add new features like, Comparing Programs.</a:t>
            </a:r>
          </a:p>
          <a:p>
            <a:r>
              <a:rPr lang="en-US" dirty="0"/>
              <a:t>Android and IOS app development </a:t>
            </a:r>
          </a:p>
        </p:txBody>
      </p:sp>
    </p:spTree>
    <p:extLst>
      <p:ext uri="{BB962C8B-B14F-4D97-AF65-F5344CB8AC3E}">
        <p14:creationId xmlns:p14="http://schemas.microsoft.com/office/powerpoint/2010/main" val="2304471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ABA78-ADA9-4406-BF5B-62D29A978F59}"/>
              </a:ext>
            </a:extLst>
          </p:cNvPr>
          <p:cNvSpPr>
            <a:spLocks noGrp="1"/>
          </p:cNvSpPr>
          <p:nvPr>
            <p:ph type="title"/>
          </p:nvPr>
        </p:nvSpPr>
        <p:spPr/>
        <p:txBody>
          <a:bodyPr/>
          <a:lstStyle/>
          <a:p>
            <a:r>
              <a:rPr lang="en-US" dirty="0"/>
              <a:t>Core Functionalities</a:t>
            </a:r>
          </a:p>
        </p:txBody>
      </p:sp>
      <p:sp>
        <p:nvSpPr>
          <p:cNvPr id="3" name="Content Placeholder 2">
            <a:extLst>
              <a:ext uri="{FF2B5EF4-FFF2-40B4-BE49-F238E27FC236}">
                <a16:creationId xmlns:a16="http://schemas.microsoft.com/office/drawing/2014/main" id="{64D1EC7B-1C8E-4F98-BF1D-636124A78777}"/>
              </a:ext>
            </a:extLst>
          </p:cNvPr>
          <p:cNvSpPr>
            <a:spLocks noGrp="1"/>
          </p:cNvSpPr>
          <p:nvPr>
            <p:ph idx="1"/>
          </p:nvPr>
        </p:nvSpPr>
        <p:spPr/>
        <p:txBody>
          <a:bodyPr>
            <a:normAutofit/>
          </a:bodyPr>
          <a:lstStyle/>
          <a:p>
            <a:r>
              <a:rPr lang="en-US" dirty="0"/>
              <a:t>Signup/Login</a:t>
            </a:r>
          </a:p>
          <a:p>
            <a:r>
              <a:rPr lang="en-US" dirty="0"/>
              <a:t>Upload/Download contents</a:t>
            </a:r>
          </a:p>
          <a:p>
            <a:r>
              <a:rPr lang="en-US" dirty="0"/>
              <a:t>Approve/Disapprove of contents</a:t>
            </a:r>
          </a:p>
          <a:p>
            <a:r>
              <a:rPr lang="en-US" dirty="0"/>
              <a:t>Rating system</a:t>
            </a:r>
          </a:p>
          <a:p>
            <a:r>
              <a:rPr lang="en-US" dirty="0"/>
              <a:t>Managing universities, programs, events, users, roles, attachments</a:t>
            </a:r>
          </a:p>
          <a:p>
            <a:r>
              <a:rPr lang="en-US" dirty="0"/>
              <a:t>Adding new data</a:t>
            </a:r>
          </a:p>
        </p:txBody>
      </p:sp>
    </p:spTree>
    <p:extLst>
      <p:ext uri="{BB962C8B-B14F-4D97-AF65-F5344CB8AC3E}">
        <p14:creationId xmlns:p14="http://schemas.microsoft.com/office/powerpoint/2010/main" val="2450633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9BC04-949A-4E7E-B2EE-5DEC27242F8B}"/>
              </a:ext>
            </a:extLst>
          </p:cNvPr>
          <p:cNvSpPr>
            <a:spLocks noGrp="1"/>
          </p:cNvSpPr>
          <p:nvPr>
            <p:ph type="title"/>
          </p:nvPr>
        </p:nvSpPr>
        <p:spPr/>
        <p:txBody>
          <a:bodyPr/>
          <a:lstStyle/>
          <a:p>
            <a:r>
              <a:rPr lang="en-US" dirty="0"/>
              <a:t>Prototype</a:t>
            </a:r>
          </a:p>
        </p:txBody>
      </p:sp>
      <p:pic>
        <p:nvPicPr>
          <p:cNvPr id="5" name="Content Placeholder 4">
            <a:extLst>
              <a:ext uri="{FF2B5EF4-FFF2-40B4-BE49-F238E27FC236}">
                <a16:creationId xmlns:a16="http://schemas.microsoft.com/office/drawing/2014/main" id="{CCD55F49-4AE8-42FA-A350-F63F608BF3C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7322" y="2052638"/>
            <a:ext cx="7459132" cy="4195762"/>
          </a:xfrm>
        </p:spPr>
      </p:pic>
    </p:spTree>
    <p:extLst>
      <p:ext uri="{BB962C8B-B14F-4D97-AF65-F5344CB8AC3E}">
        <p14:creationId xmlns:p14="http://schemas.microsoft.com/office/powerpoint/2010/main" val="2587333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C72F38-2F2C-4D3B-B7D6-018A5D6A35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12722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B49B01-A31E-4845-A721-DB0D7684C2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6225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F3FDE7-7306-4B4D-B14F-E005898F14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227218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86F043-ED48-4A64-86FE-DCC402D0D3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38795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635356F-07B9-4AF8-9D6C-9CD2200BC0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094875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F53A90-3FCC-4871-93EA-6FE168DAC8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021055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F46F78-D27B-4CFF-A000-2DC746C6BC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00838"/>
            <a:ext cx="12192000" cy="6858000"/>
          </a:xfrm>
          <a:prstGeom prst="rect">
            <a:avLst/>
          </a:prstGeom>
        </p:spPr>
      </p:pic>
    </p:spTree>
    <p:extLst>
      <p:ext uri="{BB962C8B-B14F-4D97-AF65-F5344CB8AC3E}">
        <p14:creationId xmlns:p14="http://schemas.microsoft.com/office/powerpoint/2010/main" val="30015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17077-2360-4E1A-8193-C7CFF244FDA8}"/>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FBE2E12-34EC-4FEA-9F56-B684602B24C9}"/>
              </a:ext>
            </a:extLst>
          </p:cNvPr>
          <p:cNvSpPr>
            <a:spLocks noGrp="1"/>
          </p:cNvSpPr>
          <p:nvPr>
            <p:ph idx="1"/>
          </p:nvPr>
        </p:nvSpPr>
        <p:spPr/>
        <p:txBody>
          <a:bodyPr/>
          <a:lstStyle/>
          <a:p>
            <a:pPr marL="0" indent="0">
              <a:buNone/>
            </a:pPr>
            <a:r>
              <a:rPr lang="en-IE" dirty="0"/>
              <a:t>This product will provide single platform to students to get all the information about the major universities. It will provide all the information about the admission procedures, faculty, fee structure and their study scheme. System will provide the facility to users to update their profiles. Students can also get the information related to events of specific universities or city. Books of specific subjects will also be available and if someone wants to upload any book that can be helpful for someone</a:t>
            </a:r>
            <a:r>
              <a:rPr lang="en-GB" dirty="0"/>
              <a:t>, the </a:t>
            </a:r>
            <a:r>
              <a:rPr lang="en-IE" dirty="0"/>
              <a:t>system will give him/her facility </a:t>
            </a:r>
            <a:r>
              <a:rPr lang="en-GB" dirty="0"/>
              <a:t>to upload</a:t>
            </a:r>
            <a:r>
              <a:rPr lang="en-IE" dirty="0"/>
              <a:t>.</a:t>
            </a:r>
            <a:endParaRPr lang="en-US" dirty="0"/>
          </a:p>
        </p:txBody>
      </p:sp>
    </p:spTree>
    <p:extLst>
      <p:ext uri="{BB962C8B-B14F-4D97-AF65-F5344CB8AC3E}">
        <p14:creationId xmlns:p14="http://schemas.microsoft.com/office/powerpoint/2010/main" val="1225880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7E40C-B252-4888-A18D-341EE269147E}"/>
              </a:ext>
            </a:extLst>
          </p:cNvPr>
          <p:cNvSpPr>
            <a:spLocks noGrp="1"/>
          </p:cNvSpPr>
          <p:nvPr>
            <p:ph type="title"/>
          </p:nvPr>
        </p:nvSpPr>
        <p:spPr>
          <a:xfrm>
            <a:off x="609600" y="2286000"/>
            <a:ext cx="10972800" cy="1143000"/>
          </a:xfrm>
        </p:spPr>
        <p:txBody>
          <a:bodyPr/>
          <a:lstStyle/>
          <a:p>
            <a:r>
              <a:rPr lang="en-US" dirty="0"/>
              <a:t>Demonstration</a:t>
            </a:r>
          </a:p>
        </p:txBody>
      </p:sp>
    </p:spTree>
    <p:extLst>
      <p:ext uri="{BB962C8B-B14F-4D97-AF65-F5344CB8AC3E}">
        <p14:creationId xmlns:p14="http://schemas.microsoft.com/office/powerpoint/2010/main" val="1564936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2945959"/>
            <a:ext cx="9601200" cy="3581400"/>
          </a:xfrm>
        </p:spPr>
        <p:txBody>
          <a:bodyPr>
            <a:normAutofit/>
          </a:bodyPr>
          <a:lstStyle/>
          <a:p>
            <a:pPr marL="0" indent="0" algn="ctr">
              <a:buNone/>
            </a:pPr>
            <a:r>
              <a:rPr lang="en-US" sz="5400" dirty="0"/>
              <a:t>Thank you!!</a:t>
            </a:r>
          </a:p>
        </p:txBody>
      </p:sp>
    </p:spTree>
    <p:extLst>
      <p:ext uri="{BB962C8B-B14F-4D97-AF65-F5344CB8AC3E}">
        <p14:creationId xmlns:p14="http://schemas.microsoft.com/office/powerpoint/2010/main" val="17012131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6973</TotalTime>
  <Words>345</Words>
  <Application>Microsoft Office PowerPoint</Application>
  <PresentationFormat>Widescreen</PresentationFormat>
  <Paragraphs>62</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Century Gothic</vt:lpstr>
      <vt:lpstr>Wingdings 3</vt:lpstr>
      <vt:lpstr>Ion</vt:lpstr>
      <vt:lpstr>Web Based Student Facilitation System</vt:lpstr>
      <vt:lpstr>Team</vt:lpstr>
      <vt:lpstr>Introduction</vt:lpstr>
      <vt:lpstr>Problem Statement</vt:lpstr>
      <vt:lpstr>PowerPoint Presentation</vt:lpstr>
      <vt:lpstr>Architecture</vt:lpstr>
      <vt:lpstr>Flow Chart</vt:lpstr>
      <vt:lpstr>Tools and Technology Used</vt:lpstr>
      <vt:lpstr>Target Market</vt:lpstr>
      <vt:lpstr>Related Work</vt:lpstr>
      <vt:lpstr>Future Work</vt:lpstr>
      <vt:lpstr>Core Functionalities</vt:lpstr>
      <vt:lpstr>Prototype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Demonstration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Beast</dc:creator>
  <cp:lastModifiedBy>Hamza Mahmood</cp:lastModifiedBy>
  <cp:revision>288</cp:revision>
  <dcterms:created xsi:type="dcterms:W3CDTF">2018-05-19T12:31:59Z</dcterms:created>
  <dcterms:modified xsi:type="dcterms:W3CDTF">2020-01-14T02:37:17Z</dcterms:modified>
</cp:coreProperties>
</file>